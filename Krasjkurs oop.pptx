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83" r:id="rId4"/>
    <p:sldId id="258" r:id="rId5"/>
    <p:sldId id="259" r:id="rId6"/>
    <p:sldId id="260" r:id="rId7"/>
    <p:sldId id="262" r:id="rId8"/>
    <p:sldId id="274" r:id="rId9"/>
    <p:sldId id="275" r:id="rId10"/>
    <p:sldId id="278" r:id="rId11"/>
    <p:sldId id="277" r:id="rId12"/>
    <p:sldId id="279" r:id="rId13"/>
    <p:sldId id="276" r:id="rId14"/>
    <p:sldId id="272" r:id="rId15"/>
    <p:sldId id="271" r:id="rId16"/>
    <p:sldId id="273" r:id="rId17"/>
    <p:sldId id="267" r:id="rId18"/>
    <p:sldId id="280" r:id="rId19"/>
    <p:sldId id="281" r:id="rId20"/>
    <p:sldId id="282" r:id="rId21"/>
    <p:sldId id="261" r:id="rId22"/>
    <p:sldId id="263" r:id="rId23"/>
    <p:sldId id="264" r:id="rId24"/>
    <p:sldId id="265" r:id="rId25"/>
    <p:sldId id="266" r:id="rId26"/>
    <p:sldId id="270" r:id="rId27"/>
    <p:sldId id="268" r:id="rId28"/>
    <p:sldId id="269" r:id="rId29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6C71"/>
    <a:srgbClr val="60A4AC"/>
    <a:srgbClr val="F0FCF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500413-2ED8-4303-B7D3-84A4C0B97055}" v="34" dt="2023-05-24T09:24:05.5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36" autoAdjust="0"/>
    <p:restoredTop sz="78120" autoAdjust="0"/>
  </p:normalViewPr>
  <p:slideViewPr>
    <p:cSldViewPr snapToGrid="0">
      <p:cViewPr varScale="1">
        <p:scale>
          <a:sx n="69" d="100"/>
          <a:sy n="69" d="100"/>
        </p:scale>
        <p:origin x="969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rstein Johnsrud" userId="cd34650139b7f70e" providerId="LiveId" clId="{5A500413-2ED8-4303-B7D3-84A4C0B97055}"/>
    <pc:docChg chg="undo custSel addSld delSld modSld sldOrd">
      <pc:chgData name="Torstein Johnsrud" userId="cd34650139b7f70e" providerId="LiveId" clId="{5A500413-2ED8-4303-B7D3-84A4C0B97055}" dt="2023-05-24T11:03:58.212" v="5966" actId="20577"/>
      <pc:docMkLst>
        <pc:docMk/>
      </pc:docMkLst>
      <pc:sldChg chg="modSp mod">
        <pc:chgData name="Torstein Johnsrud" userId="cd34650139b7f70e" providerId="LiveId" clId="{5A500413-2ED8-4303-B7D3-84A4C0B97055}" dt="2023-05-20T15:09:57.220" v="1794" actId="27636"/>
        <pc:sldMkLst>
          <pc:docMk/>
          <pc:sldMk cId="1303903526" sldId="257"/>
        </pc:sldMkLst>
        <pc:spChg chg="mod">
          <ac:chgData name="Torstein Johnsrud" userId="cd34650139b7f70e" providerId="LiveId" clId="{5A500413-2ED8-4303-B7D3-84A4C0B97055}" dt="2023-05-20T15:09:57.220" v="1794" actId="27636"/>
          <ac:spMkLst>
            <pc:docMk/>
            <pc:sldMk cId="1303903526" sldId="257"/>
            <ac:spMk id="3" creationId="{5CF11C48-F7EC-63F5-625E-42F2314B53C6}"/>
          </ac:spMkLst>
        </pc:spChg>
      </pc:sldChg>
      <pc:sldChg chg="modSp mod">
        <pc:chgData name="Torstein Johnsrud" userId="cd34650139b7f70e" providerId="LiveId" clId="{5A500413-2ED8-4303-B7D3-84A4C0B97055}" dt="2023-05-20T09:33:57.624" v="226" actId="20577"/>
        <pc:sldMkLst>
          <pc:docMk/>
          <pc:sldMk cId="1732274382" sldId="258"/>
        </pc:sldMkLst>
        <pc:spChg chg="mod">
          <ac:chgData name="Torstein Johnsrud" userId="cd34650139b7f70e" providerId="LiveId" clId="{5A500413-2ED8-4303-B7D3-84A4C0B97055}" dt="2023-05-20T09:33:57.624" v="226" actId="20577"/>
          <ac:spMkLst>
            <pc:docMk/>
            <pc:sldMk cId="1732274382" sldId="258"/>
            <ac:spMk id="3" creationId="{265C53EA-D952-0A0E-E4A6-6BFCB32FEA19}"/>
          </ac:spMkLst>
        </pc:spChg>
      </pc:sldChg>
      <pc:sldChg chg="modNotesTx">
        <pc:chgData name="Torstein Johnsrud" userId="cd34650139b7f70e" providerId="LiveId" clId="{5A500413-2ED8-4303-B7D3-84A4C0B97055}" dt="2023-05-24T09:40:51.430" v="4713" actId="20577"/>
        <pc:sldMkLst>
          <pc:docMk/>
          <pc:sldMk cId="3158120154" sldId="260"/>
        </pc:sldMkLst>
      </pc:sldChg>
      <pc:sldChg chg="modSp mod ord modNotesTx">
        <pc:chgData name="Torstein Johnsrud" userId="cd34650139b7f70e" providerId="LiveId" clId="{5A500413-2ED8-4303-B7D3-84A4C0B97055}" dt="2023-05-24T11:03:39.325" v="5950" actId="20577"/>
        <pc:sldMkLst>
          <pc:docMk/>
          <pc:sldMk cId="2145920999" sldId="261"/>
        </pc:sldMkLst>
        <pc:spChg chg="mod">
          <ac:chgData name="Torstein Johnsrud" userId="cd34650139b7f70e" providerId="LiveId" clId="{5A500413-2ED8-4303-B7D3-84A4C0B97055}" dt="2023-05-20T15:27:53.047" v="1996" actId="1076"/>
          <ac:spMkLst>
            <pc:docMk/>
            <pc:sldMk cId="2145920999" sldId="261"/>
            <ac:spMk id="2" creationId="{F9639372-1463-FAAE-4026-2829EDF74F54}"/>
          </ac:spMkLst>
        </pc:spChg>
        <pc:spChg chg="mod">
          <ac:chgData name="Torstein Johnsrud" userId="cd34650139b7f70e" providerId="LiveId" clId="{5A500413-2ED8-4303-B7D3-84A4C0B97055}" dt="2023-05-24T09:31:42.752" v="4658" actId="20577"/>
          <ac:spMkLst>
            <pc:docMk/>
            <pc:sldMk cId="2145920999" sldId="261"/>
            <ac:spMk id="4" creationId="{63FFC358-7779-A502-ED21-C029ACDEBCC1}"/>
          </ac:spMkLst>
        </pc:spChg>
      </pc:sldChg>
      <pc:sldChg chg="modSp mod modNotesTx">
        <pc:chgData name="Torstein Johnsrud" userId="cd34650139b7f70e" providerId="LiveId" clId="{5A500413-2ED8-4303-B7D3-84A4C0B97055}" dt="2023-05-23T18:21:31.413" v="4351" actId="20577"/>
        <pc:sldMkLst>
          <pc:docMk/>
          <pc:sldMk cId="1695712584" sldId="262"/>
        </pc:sldMkLst>
        <pc:spChg chg="mod">
          <ac:chgData name="Torstein Johnsrud" userId="cd34650139b7f70e" providerId="LiveId" clId="{5A500413-2ED8-4303-B7D3-84A4C0B97055}" dt="2023-05-20T12:07:52.406" v="373" actId="20577"/>
          <ac:spMkLst>
            <pc:docMk/>
            <pc:sldMk cId="1695712584" sldId="262"/>
            <ac:spMk id="3" creationId="{9F9CC4A0-3F7C-3D46-94D2-25F8664C03DA}"/>
          </ac:spMkLst>
        </pc:spChg>
      </pc:sldChg>
      <pc:sldChg chg="addSp modSp mod modAnim modNotesTx">
        <pc:chgData name="Torstein Johnsrud" userId="cd34650139b7f70e" providerId="LiveId" clId="{5A500413-2ED8-4303-B7D3-84A4C0B97055}" dt="2023-05-24T09:50:40.895" v="5330" actId="20577"/>
        <pc:sldMkLst>
          <pc:docMk/>
          <pc:sldMk cId="3626615716" sldId="263"/>
        </pc:sldMkLst>
        <pc:spChg chg="mod">
          <ac:chgData name="Torstein Johnsrud" userId="cd34650139b7f70e" providerId="LiveId" clId="{5A500413-2ED8-4303-B7D3-84A4C0B97055}" dt="2023-05-22T12:56:44.111" v="3615" actId="20577"/>
          <ac:spMkLst>
            <pc:docMk/>
            <pc:sldMk cId="3626615716" sldId="263"/>
            <ac:spMk id="3" creationId="{DBC77CE7-58DF-EFCE-A861-8F936579F422}"/>
          </ac:spMkLst>
        </pc:spChg>
        <pc:picChg chg="add mod">
          <ac:chgData name="Torstein Johnsrud" userId="cd34650139b7f70e" providerId="LiveId" clId="{5A500413-2ED8-4303-B7D3-84A4C0B97055}" dt="2023-05-23T18:28:11.108" v="4439" actId="1076"/>
          <ac:picMkLst>
            <pc:docMk/>
            <pc:sldMk cId="3626615716" sldId="263"/>
            <ac:picMk id="6" creationId="{96C1E44B-CA61-599D-D956-9B80665355AF}"/>
          </ac:picMkLst>
        </pc:picChg>
      </pc:sldChg>
      <pc:sldChg chg="addSp modSp mod modAnim modNotesTx">
        <pc:chgData name="Torstein Johnsrud" userId="cd34650139b7f70e" providerId="LiveId" clId="{5A500413-2ED8-4303-B7D3-84A4C0B97055}" dt="2023-05-24T09:54:13.740" v="5529" actId="20577"/>
        <pc:sldMkLst>
          <pc:docMk/>
          <pc:sldMk cId="3711378821" sldId="264"/>
        </pc:sldMkLst>
        <pc:spChg chg="mod">
          <ac:chgData name="Torstein Johnsrud" userId="cd34650139b7f70e" providerId="LiveId" clId="{5A500413-2ED8-4303-B7D3-84A4C0B97055}" dt="2023-05-23T12:55:40.785" v="3755" actId="20577"/>
          <ac:spMkLst>
            <pc:docMk/>
            <pc:sldMk cId="3711378821" sldId="264"/>
            <ac:spMk id="3" creationId="{23336FE6-4EE5-0C3A-4AD5-04D1FF1F6978}"/>
          </ac:spMkLst>
        </pc:spChg>
        <pc:picChg chg="add mod">
          <ac:chgData name="Torstein Johnsrud" userId="cd34650139b7f70e" providerId="LiveId" clId="{5A500413-2ED8-4303-B7D3-84A4C0B97055}" dt="2023-05-20T15:50:50.210" v="2619" actId="1076"/>
          <ac:picMkLst>
            <pc:docMk/>
            <pc:sldMk cId="3711378821" sldId="264"/>
            <ac:picMk id="6" creationId="{9509B89C-09F6-3682-B654-C14FEF34C358}"/>
          </ac:picMkLst>
        </pc:picChg>
        <pc:picChg chg="add mod">
          <ac:chgData name="Torstein Johnsrud" userId="cd34650139b7f70e" providerId="LiveId" clId="{5A500413-2ED8-4303-B7D3-84A4C0B97055}" dt="2023-05-23T18:30:27.405" v="4445" actId="1076"/>
          <ac:picMkLst>
            <pc:docMk/>
            <pc:sldMk cId="3711378821" sldId="264"/>
            <ac:picMk id="7" creationId="{7D180FA3-CF69-2C1B-F2FF-27FDA7BEDEAD}"/>
          </ac:picMkLst>
        </pc:picChg>
        <pc:picChg chg="add mod">
          <ac:chgData name="Torstein Johnsrud" userId="cd34650139b7f70e" providerId="LiveId" clId="{5A500413-2ED8-4303-B7D3-84A4C0B97055}" dt="2023-05-23T18:33:25.553" v="4448" actId="1076"/>
          <ac:picMkLst>
            <pc:docMk/>
            <pc:sldMk cId="3711378821" sldId="264"/>
            <ac:picMk id="9" creationId="{4A3ADC93-1D29-B1A1-1C3F-7EBCB2D6B4FF}"/>
          </ac:picMkLst>
        </pc:picChg>
      </pc:sldChg>
      <pc:sldChg chg="addSp modSp mod modAnim modNotesTx">
        <pc:chgData name="Torstein Johnsrud" userId="cd34650139b7f70e" providerId="LiveId" clId="{5A500413-2ED8-4303-B7D3-84A4C0B97055}" dt="2023-05-24T09:56:44.353" v="5649" actId="20577"/>
        <pc:sldMkLst>
          <pc:docMk/>
          <pc:sldMk cId="2134577403" sldId="265"/>
        </pc:sldMkLst>
        <pc:spChg chg="mod">
          <ac:chgData name="Torstein Johnsrud" userId="cd34650139b7f70e" providerId="LiveId" clId="{5A500413-2ED8-4303-B7D3-84A4C0B97055}" dt="2023-05-23T12:55:57.266" v="3818" actId="20577"/>
          <ac:spMkLst>
            <pc:docMk/>
            <pc:sldMk cId="2134577403" sldId="265"/>
            <ac:spMk id="3" creationId="{46BEF706-65C2-E6BA-69D9-B85C54992FB4}"/>
          </ac:spMkLst>
        </pc:spChg>
        <pc:picChg chg="add mod">
          <ac:chgData name="Torstein Johnsrud" userId="cd34650139b7f70e" providerId="LiveId" clId="{5A500413-2ED8-4303-B7D3-84A4C0B97055}" dt="2023-05-23T18:34:26.765" v="4451" actId="1076"/>
          <ac:picMkLst>
            <pc:docMk/>
            <pc:sldMk cId="2134577403" sldId="265"/>
            <ac:picMk id="6" creationId="{AFA41BFB-7B27-4EB2-936C-4E50BC1C752A}"/>
          </ac:picMkLst>
        </pc:picChg>
        <pc:picChg chg="add mod">
          <ac:chgData name="Torstein Johnsrud" userId="cd34650139b7f70e" providerId="LiveId" clId="{5A500413-2ED8-4303-B7D3-84A4C0B97055}" dt="2023-05-23T18:36:32.674" v="4496" actId="1076"/>
          <ac:picMkLst>
            <pc:docMk/>
            <pc:sldMk cId="2134577403" sldId="265"/>
            <ac:picMk id="8" creationId="{E82E1509-A330-56B5-9187-480879B82214}"/>
          </ac:picMkLst>
        </pc:picChg>
      </pc:sldChg>
      <pc:sldChg chg="addSp modSp mod modNotesTx">
        <pc:chgData name="Torstein Johnsrud" userId="cd34650139b7f70e" providerId="LiveId" clId="{5A500413-2ED8-4303-B7D3-84A4C0B97055}" dt="2023-05-24T11:03:58.212" v="5966" actId="20577"/>
        <pc:sldMkLst>
          <pc:docMk/>
          <pc:sldMk cId="969831772" sldId="266"/>
        </pc:sldMkLst>
        <pc:spChg chg="mod">
          <ac:chgData name="Torstein Johnsrud" userId="cd34650139b7f70e" providerId="LiveId" clId="{5A500413-2ED8-4303-B7D3-84A4C0B97055}" dt="2023-05-24T11:03:58.212" v="5966" actId="20577"/>
          <ac:spMkLst>
            <pc:docMk/>
            <pc:sldMk cId="969831772" sldId="266"/>
            <ac:spMk id="3" creationId="{983BDB20-A58C-9301-81F4-36E0DBCB3B58}"/>
          </ac:spMkLst>
        </pc:spChg>
        <pc:picChg chg="add mod">
          <ac:chgData name="Torstein Johnsrud" userId="cd34650139b7f70e" providerId="LiveId" clId="{5A500413-2ED8-4303-B7D3-84A4C0B97055}" dt="2023-05-20T16:31:42.636" v="3411" actId="1076"/>
          <ac:picMkLst>
            <pc:docMk/>
            <pc:sldMk cId="969831772" sldId="266"/>
            <ac:picMk id="6" creationId="{7BA21136-3CEF-26FE-4535-C28346C39F00}"/>
          </ac:picMkLst>
        </pc:picChg>
      </pc:sldChg>
      <pc:sldChg chg="modSp mod ord modNotesTx">
        <pc:chgData name="Torstein Johnsrud" userId="cd34650139b7f70e" providerId="LiveId" clId="{5A500413-2ED8-4303-B7D3-84A4C0B97055}" dt="2023-05-24T09:44:26.898" v="5011" actId="20577"/>
        <pc:sldMkLst>
          <pc:docMk/>
          <pc:sldMk cId="1111954171" sldId="267"/>
        </pc:sldMkLst>
        <pc:spChg chg="mod">
          <ac:chgData name="Torstein Johnsrud" userId="cd34650139b7f70e" providerId="LiveId" clId="{5A500413-2ED8-4303-B7D3-84A4C0B97055}" dt="2023-05-23T18:25:51.303" v="4397" actId="20577"/>
          <ac:spMkLst>
            <pc:docMk/>
            <pc:sldMk cId="1111954171" sldId="267"/>
            <ac:spMk id="3" creationId="{41461BA4-9196-A443-A2E9-B5A2535FE7CD}"/>
          </ac:spMkLst>
        </pc:spChg>
      </pc:sldChg>
      <pc:sldChg chg="addSp delSp modSp">
        <pc:chgData name="Torstein Johnsrud" userId="cd34650139b7f70e" providerId="LiveId" clId="{5A500413-2ED8-4303-B7D3-84A4C0B97055}" dt="2023-05-16T13:34:20.283" v="180"/>
        <pc:sldMkLst>
          <pc:docMk/>
          <pc:sldMk cId="1139732700" sldId="268"/>
        </pc:sldMkLst>
        <pc:spChg chg="add del mod">
          <ac:chgData name="Torstein Johnsrud" userId="cd34650139b7f70e" providerId="LiveId" clId="{5A500413-2ED8-4303-B7D3-84A4C0B97055}" dt="2023-05-16T13:34:20.283" v="180"/>
          <ac:spMkLst>
            <pc:docMk/>
            <pc:sldMk cId="1139732700" sldId="268"/>
            <ac:spMk id="3" creationId="{8B6EEDCB-5ED4-3D6B-97E2-23C6D4F4995D}"/>
          </ac:spMkLst>
        </pc:spChg>
      </pc:sldChg>
      <pc:sldChg chg="addSp delSp modSp mod">
        <pc:chgData name="Torstein Johnsrud" userId="cd34650139b7f70e" providerId="LiveId" clId="{5A500413-2ED8-4303-B7D3-84A4C0B97055}" dt="2023-05-16T13:34:22.851" v="186"/>
        <pc:sldMkLst>
          <pc:docMk/>
          <pc:sldMk cId="234375868" sldId="269"/>
        </pc:sldMkLst>
        <pc:spChg chg="add del">
          <ac:chgData name="Torstein Johnsrud" userId="cd34650139b7f70e" providerId="LiveId" clId="{5A500413-2ED8-4303-B7D3-84A4C0B97055}" dt="2023-05-16T13:33:25.953" v="172" actId="478"/>
          <ac:spMkLst>
            <pc:docMk/>
            <pc:sldMk cId="234375868" sldId="269"/>
            <ac:spMk id="5" creationId="{9AAA3474-C266-0994-4E69-1DEC3E9C35BE}"/>
          </ac:spMkLst>
        </pc:spChg>
        <pc:spChg chg="add del mod">
          <ac:chgData name="Torstein Johnsrud" userId="cd34650139b7f70e" providerId="LiveId" clId="{5A500413-2ED8-4303-B7D3-84A4C0B97055}" dt="2023-05-16T13:34:22.851" v="186"/>
          <ac:spMkLst>
            <pc:docMk/>
            <pc:sldMk cId="234375868" sldId="269"/>
            <ac:spMk id="8" creationId="{51BE20B8-16BE-63BA-56D2-39110F46C7AE}"/>
          </ac:spMkLst>
        </pc:spChg>
      </pc:sldChg>
      <pc:sldChg chg="addSp modSp mod modNotesTx">
        <pc:chgData name="Torstein Johnsrud" userId="cd34650139b7f70e" providerId="LiveId" clId="{5A500413-2ED8-4303-B7D3-84A4C0B97055}" dt="2023-05-24T10:00:23.561" v="5778" actId="1076"/>
        <pc:sldMkLst>
          <pc:docMk/>
          <pc:sldMk cId="2521732697" sldId="270"/>
        </pc:sldMkLst>
        <pc:spChg chg="mod">
          <ac:chgData name="Torstein Johnsrud" userId="cd34650139b7f70e" providerId="LiveId" clId="{5A500413-2ED8-4303-B7D3-84A4C0B97055}" dt="2023-05-23T17:42:52.626" v="4320" actId="20577"/>
          <ac:spMkLst>
            <pc:docMk/>
            <pc:sldMk cId="2521732697" sldId="270"/>
            <ac:spMk id="3" creationId="{F466B8F9-94B3-D499-36C8-0C133ACFF67B}"/>
          </ac:spMkLst>
        </pc:spChg>
        <pc:picChg chg="add mod">
          <ac:chgData name="Torstein Johnsrud" userId="cd34650139b7f70e" providerId="LiveId" clId="{5A500413-2ED8-4303-B7D3-84A4C0B97055}" dt="2023-05-24T10:00:23.561" v="5778" actId="1076"/>
          <ac:picMkLst>
            <pc:docMk/>
            <pc:sldMk cId="2521732697" sldId="270"/>
            <ac:picMk id="6" creationId="{C43609CD-D3B5-B032-A154-8042BEE67281}"/>
          </ac:picMkLst>
        </pc:picChg>
      </pc:sldChg>
      <pc:sldChg chg="modSp add mod modNotesTx">
        <pc:chgData name="Torstein Johnsrud" userId="cd34650139b7f70e" providerId="LiveId" clId="{5A500413-2ED8-4303-B7D3-84A4C0B97055}" dt="2023-05-23T18:22:19.828" v="4390" actId="20577"/>
        <pc:sldMkLst>
          <pc:docMk/>
          <pc:sldMk cId="629384878" sldId="271"/>
        </pc:sldMkLst>
        <pc:spChg chg="mod">
          <ac:chgData name="Torstein Johnsrud" userId="cd34650139b7f70e" providerId="LiveId" clId="{5A500413-2ED8-4303-B7D3-84A4C0B97055}" dt="2023-05-20T12:56:30.659" v="980" actId="20577"/>
          <ac:spMkLst>
            <pc:docMk/>
            <pc:sldMk cId="629384878" sldId="271"/>
            <ac:spMk id="3" creationId="{9F9CC4A0-3F7C-3D46-94D2-25F8664C03DA}"/>
          </ac:spMkLst>
        </pc:spChg>
      </pc:sldChg>
      <pc:sldChg chg="addSp delSp modSp new mod">
        <pc:chgData name="Torstein Johnsrud" userId="cd34650139b7f70e" providerId="LiveId" clId="{5A500413-2ED8-4303-B7D3-84A4C0B97055}" dt="2023-05-23T18:20:33.493" v="4324" actId="22"/>
        <pc:sldMkLst>
          <pc:docMk/>
          <pc:sldMk cId="3660828497" sldId="272"/>
        </pc:sldMkLst>
        <pc:spChg chg="add del">
          <ac:chgData name="Torstein Johnsrud" userId="cd34650139b7f70e" providerId="LiveId" clId="{5A500413-2ED8-4303-B7D3-84A4C0B97055}" dt="2023-05-19T08:02:44.896" v="201"/>
          <ac:spMkLst>
            <pc:docMk/>
            <pc:sldMk cId="3660828497" sldId="272"/>
            <ac:spMk id="3" creationId="{9C47725C-BA83-4557-986F-7679D88DB537}"/>
          </ac:spMkLst>
        </pc:spChg>
        <pc:spChg chg="add del">
          <ac:chgData name="Torstein Johnsrud" userId="cd34650139b7f70e" providerId="LiveId" clId="{5A500413-2ED8-4303-B7D3-84A4C0B97055}" dt="2023-05-19T08:02:37.359" v="190"/>
          <ac:spMkLst>
            <pc:docMk/>
            <pc:sldMk cId="3660828497" sldId="272"/>
            <ac:spMk id="4" creationId="{59A70B36-EC40-AB50-10E6-4DCBE690389D}"/>
          </ac:spMkLst>
        </pc:spChg>
        <pc:spChg chg="add del mod">
          <ac:chgData name="Torstein Johnsrud" userId="cd34650139b7f70e" providerId="LiveId" clId="{5A500413-2ED8-4303-B7D3-84A4C0B97055}" dt="2023-05-23T18:19:41.657" v="4323" actId="931"/>
          <ac:spMkLst>
            <pc:docMk/>
            <pc:sldMk cId="3660828497" sldId="272"/>
            <ac:spMk id="4" creationId="{AE64FDC8-FAE4-BFDF-49BD-0C352684E8F1}"/>
          </ac:spMkLst>
        </pc:spChg>
        <pc:spChg chg="add del mod">
          <ac:chgData name="Torstein Johnsrud" userId="cd34650139b7f70e" providerId="LiveId" clId="{5A500413-2ED8-4303-B7D3-84A4C0B97055}" dt="2023-05-19T08:02:44.881" v="200"/>
          <ac:spMkLst>
            <pc:docMk/>
            <pc:sldMk cId="3660828497" sldId="272"/>
            <ac:spMk id="5" creationId="{9F0E84FA-786F-AC5A-FAA7-817BAA68F896}"/>
          </ac:spMkLst>
        </pc:spChg>
        <pc:picChg chg="add del mod">
          <ac:chgData name="Torstein Johnsrud" userId="cd34650139b7f70e" providerId="LiveId" clId="{5A500413-2ED8-4303-B7D3-84A4C0B97055}" dt="2023-05-23T18:17:08.280" v="4321" actId="478"/>
          <ac:picMkLst>
            <pc:docMk/>
            <pc:sldMk cId="3660828497" sldId="272"/>
            <ac:picMk id="6" creationId="{880CC16C-2E38-2221-B668-E393461D0117}"/>
          </ac:picMkLst>
        </pc:picChg>
        <pc:picChg chg="add del mod">
          <ac:chgData name="Torstein Johnsrud" userId="cd34650139b7f70e" providerId="LiveId" clId="{5A500413-2ED8-4303-B7D3-84A4C0B97055}" dt="2023-05-23T18:19:41.657" v="4323" actId="931"/>
          <ac:picMkLst>
            <pc:docMk/>
            <pc:sldMk cId="3660828497" sldId="272"/>
            <ac:picMk id="7" creationId="{D33396F5-EAC9-7CC4-610E-5B4C25EDDDD7}"/>
          </ac:picMkLst>
        </pc:picChg>
        <pc:picChg chg="add">
          <ac:chgData name="Torstein Johnsrud" userId="cd34650139b7f70e" providerId="LiveId" clId="{5A500413-2ED8-4303-B7D3-84A4C0B97055}" dt="2023-05-23T18:20:33.493" v="4324" actId="22"/>
          <ac:picMkLst>
            <pc:docMk/>
            <pc:sldMk cId="3660828497" sldId="272"/>
            <ac:picMk id="9" creationId="{E53515DB-1C0B-5CF0-3EBE-1E9674CA808C}"/>
          </ac:picMkLst>
        </pc:picChg>
      </pc:sldChg>
      <pc:sldChg chg="modSp add mod ord modNotesTx">
        <pc:chgData name="Torstein Johnsrud" userId="cd34650139b7f70e" providerId="LiveId" clId="{5A500413-2ED8-4303-B7D3-84A4C0B97055}" dt="2023-05-24T09:43:17.744" v="4889" actId="20577"/>
        <pc:sldMkLst>
          <pc:docMk/>
          <pc:sldMk cId="1393305444" sldId="273"/>
        </pc:sldMkLst>
        <pc:spChg chg="mod">
          <ac:chgData name="Torstein Johnsrud" userId="cd34650139b7f70e" providerId="LiveId" clId="{5A500413-2ED8-4303-B7D3-84A4C0B97055}" dt="2023-05-22T16:32:04.032" v="3741" actId="20577"/>
          <ac:spMkLst>
            <pc:docMk/>
            <pc:sldMk cId="1393305444" sldId="273"/>
            <ac:spMk id="2" creationId="{C260F3E5-DE8E-7A31-A546-B0D904D3D749}"/>
          </ac:spMkLst>
        </pc:spChg>
        <pc:spChg chg="mod">
          <ac:chgData name="Torstein Johnsrud" userId="cd34650139b7f70e" providerId="LiveId" clId="{5A500413-2ED8-4303-B7D3-84A4C0B97055}" dt="2023-05-23T17:06:23.338" v="4220" actId="20577"/>
          <ac:spMkLst>
            <pc:docMk/>
            <pc:sldMk cId="1393305444" sldId="273"/>
            <ac:spMk id="3" creationId="{983BDB20-A58C-9301-81F4-36E0DBCB3B58}"/>
          </ac:spMkLst>
        </pc:spChg>
      </pc:sldChg>
      <pc:sldChg chg="addSp delSp modSp new del">
        <pc:chgData name="Torstein Johnsrud" userId="cd34650139b7f70e" providerId="LiveId" clId="{5A500413-2ED8-4303-B7D3-84A4C0B97055}" dt="2023-05-20T09:35:06.007" v="230" actId="680"/>
        <pc:sldMkLst>
          <pc:docMk/>
          <pc:sldMk cId="4175633599" sldId="273"/>
        </pc:sldMkLst>
        <pc:spChg chg="add del mod">
          <ac:chgData name="Torstein Johnsrud" userId="cd34650139b7f70e" providerId="LiveId" clId="{5A500413-2ED8-4303-B7D3-84A4C0B97055}" dt="2023-05-20T09:35:05.226" v="229"/>
          <ac:spMkLst>
            <pc:docMk/>
            <pc:sldMk cId="4175633599" sldId="273"/>
            <ac:spMk id="4" creationId="{CCE66730-FF49-D422-FAB2-A0D31DE9C156}"/>
          </ac:spMkLst>
        </pc:spChg>
      </pc:sldChg>
      <pc:sldChg chg="addSp new mod">
        <pc:chgData name="Torstein Johnsrud" userId="cd34650139b7f70e" providerId="LiveId" clId="{5A500413-2ED8-4303-B7D3-84A4C0B97055}" dt="2023-05-20T11:45:51.070" v="252" actId="22"/>
        <pc:sldMkLst>
          <pc:docMk/>
          <pc:sldMk cId="2314532463" sldId="274"/>
        </pc:sldMkLst>
        <pc:picChg chg="add">
          <ac:chgData name="Torstein Johnsrud" userId="cd34650139b7f70e" providerId="LiveId" clId="{5A500413-2ED8-4303-B7D3-84A4C0B97055}" dt="2023-05-20T11:45:51.070" v="252" actId="22"/>
          <ac:picMkLst>
            <pc:docMk/>
            <pc:sldMk cId="2314532463" sldId="274"/>
            <ac:picMk id="5" creationId="{3DCC7234-0A96-2BB8-37DB-90B0EDBEC20F}"/>
          </ac:picMkLst>
        </pc:picChg>
      </pc:sldChg>
      <pc:sldChg chg="modSp add mod ord">
        <pc:chgData name="Torstein Johnsrud" userId="cd34650139b7f70e" providerId="LiveId" clId="{5A500413-2ED8-4303-B7D3-84A4C0B97055}" dt="2023-05-20T12:08:10.433" v="439" actId="20577"/>
        <pc:sldMkLst>
          <pc:docMk/>
          <pc:sldMk cId="348829703" sldId="275"/>
        </pc:sldMkLst>
        <pc:spChg chg="mod">
          <ac:chgData name="Torstein Johnsrud" userId="cd34650139b7f70e" providerId="LiveId" clId="{5A500413-2ED8-4303-B7D3-84A4C0B97055}" dt="2023-05-20T12:08:10.433" v="439" actId="20577"/>
          <ac:spMkLst>
            <pc:docMk/>
            <pc:sldMk cId="348829703" sldId="275"/>
            <ac:spMk id="3" creationId="{9F9CC4A0-3F7C-3D46-94D2-25F8664C03DA}"/>
          </ac:spMkLst>
        </pc:spChg>
      </pc:sldChg>
      <pc:sldChg chg="modSp add mod">
        <pc:chgData name="Torstein Johnsrud" userId="cd34650139b7f70e" providerId="LiveId" clId="{5A500413-2ED8-4303-B7D3-84A4C0B97055}" dt="2023-05-20T12:08:52.387" v="458" actId="20577"/>
        <pc:sldMkLst>
          <pc:docMk/>
          <pc:sldMk cId="548356255" sldId="276"/>
        </pc:sldMkLst>
        <pc:spChg chg="mod">
          <ac:chgData name="Torstein Johnsrud" userId="cd34650139b7f70e" providerId="LiveId" clId="{5A500413-2ED8-4303-B7D3-84A4C0B97055}" dt="2023-05-20T12:08:52.387" v="458" actId="20577"/>
          <ac:spMkLst>
            <pc:docMk/>
            <pc:sldMk cId="548356255" sldId="276"/>
            <ac:spMk id="3" creationId="{9F9CC4A0-3F7C-3D46-94D2-25F8664C03DA}"/>
          </ac:spMkLst>
        </pc:spChg>
      </pc:sldChg>
      <pc:sldChg chg="modSp add mod modNotesTx">
        <pc:chgData name="Torstein Johnsrud" userId="cd34650139b7f70e" providerId="LiveId" clId="{5A500413-2ED8-4303-B7D3-84A4C0B97055}" dt="2023-05-23T18:21:54.631" v="4365" actId="20577"/>
        <pc:sldMkLst>
          <pc:docMk/>
          <pc:sldMk cId="2290267424" sldId="277"/>
        </pc:sldMkLst>
        <pc:spChg chg="mod">
          <ac:chgData name="Torstein Johnsrud" userId="cd34650139b7f70e" providerId="LiveId" clId="{5A500413-2ED8-4303-B7D3-84A4C0B97055}" dt="2023-05-20T12:09:16.727" v="469" actId="20577"/>
          <ac:spMkLst>
            <pc:docMk/>
            <pc:sldMk cId="2290267424" sldId="277"/>
            <ac:spMk id="3" creationId="{9F9CC4A0-3F7C-3D46-94D2-25F8664C03DA}"/>
          </ac:spMkLst>
        </pc:spChg>
      </pc:sldChg>
      <pc:sldChg chg="modSp add mod">
        <pc:chgData name="Torstein Johnsrud" userId="cd34650139b7f70e" providerId="LiveId" clId="{5A500413-2ED8-4303-B7D3-84A4C0B97055}" dt="2023-05-24T09:41:22.535" v="4731" actId="20577"/>
        <pc:sldMkLst>
          <pc:docMk/>
          <pc:sldMk cId="3534140206" sldId="278"/>
        </pc:sldMkLst>
        <pc:spChg chg="mod">
          <ac:chgData name="Torstein Johnsrud" userId="cd34650139b7f70e" providerId="LiveId" clId="{5A500413-2ED8-4303-B7D3-84A4C0B97055}" dt="2023-05-20T12:11:10.050" v="551" actId="20577"/>
          <ac:spMkLst>
            <pc:docMk/>
            <pc:sldMk cId="3534140206" sldId="278"/>
            <ac:spMk id="2" creationId="{996A2B9D-C992-9821-4C2F-AC65226C7804}"/>
          </ac:spMkLst>
        </pc:spChg>
        <pc:spChg chg="mod">
          <ac:chgData name="Torstein Johnsrud" userId="cd34650139b7f70e" providerId="LiveId" clId="{5A500413-2ED8-4303-B7D3-84A4C0B97055}" dt="2023-05-24T09:41:22.535" v="4731" actId="20577"/>
          <ac:spMkLst>
            <pc:docMk/>
            <pc:sldMk cId="3534140206" sldId="278"/>
            <ac:spMk id="3" creationId="{9F9CC4A0-3F7C-3D46-94D2-25F8664C03DA}"/>
          </ac:spMkLst>
        </pc:spChg>
      </pc:sldChg>
      <pc:sldChg chg="modSp add mod modNotesTx">
        <pc:chgData name="Torstein Johnsrud" userId="cd34650139b7f70e" providerId="LiveId" clId="{5A500413-2ED8-4303-B7D3-84A4C0B97055}" dt="2023-05-23T18:22:07.128" v="4366"/>
        <pc:sldMkLst>
          <pc:docMk/>
          <pc:sldMk cId="1301641095" sldId="279"/>
        </pc:sldMkLst>
        <pc:spChg chg="mod">
          <ac:chgData name="Torstein Johnsrud" userId="cd34650139b7f70e" providerId="LiveId" clId="{5A500413-2ED8-4303-B7D3-84A4C0B97055}" dt="2023-05-20T16:45:36.937" v="3614" actId="20577"/>
          <ac:spMkLst>
            <pc:docMk/>
            <pc:sldMk cId="1301641095" sldId="279"/>
            <ac:spMk id="2" creationId="{996A2B9D-C992-9821-4C2F-AC65226C7804}"/>
          </ac:spMkLst>
        </pc:spChg>
        <pc:spChg chg="mod">
          <ac:chgData name="Torstein Johnsrud" userId="cd34650139b7f70e" providerId="LiveId" clId="{5A500413-2ED8-4303-B7D3-84A4C0B97055}" dt="2023-05-20T16:45:22.595" v="3591" actId="20577"/>
          <ac:spMkLst>
            <pc:docMk/>
            <pc:sldMk cId="1301641095" sldId="279"/>
            <ac:spMk id="3" creationId="{9F9CC4A0-3F7C-3D46-94D2-25F8664C03DA}"/>
          </ac:spMkLst>
        </pc:spChg>
      </pc:sldChg>
      <pc:sldChg chg="modSp add mod modNotesTx">
        <pc:chgData name="Torstein Johnsrud" userId="cd34650139b7f70e" providerId="LiveId" clId="{5A500413-2ED8-4303-B7D3-84A4C0B97055}" dt="2023-05-24T09:49:09.949" v="5092" actId="20577"/>
        <pc:sldMkLst>
          <pc:docMk/>
          <pc:sldMk cId="3901396354" sldId="280"/>
        </pc:sldMkLst>
        <pc:spChg chg="mod">
          <ac:chgData name="Torstein Johnsrud" userId="cd34650139b7f70e" providerId="LiveId" clId="{5A500413-2ED8-4303-B7D3-84A4C0B97055}" dt="2023-05-20T13:18:59.437" v="1002" actId="20577"/>
          <ac:spMkLst>
            <pc:docMk/>
            <pc:sldMk cId="3901396354" sldId="280"/>
            <ac:spMk id="2" creationId="{E90840EF-7D9B-0E91-1EB0-53C5F56F48E5}"/>
          </ac:spMkLst>
        </pc:spChg>
        <pc:spChg chg="mod">
          <ac:chgData name="Torstein Johnsrud" userId="cd34650139b7f70e" providerId="LiveId" clId="{5A500413-2ED8-4303-B7D3-84A4C0B97055}" dt="2023-05-23T18:29:24.680" v="4443" actId="20577"/>
          <ac:spMkLst>
            <pc:docMk/>
            <pc:sldMk cId="3901396354" sldId="280"/>
            <ac:spMk id="3" creationId="{41461BA4-9196-A443-A2E9-B5A2535FE7CD}"/>
          </ac:spMkLst>
        </pc:spChg>
      </pc:sldChg>
      <pc:sldChg chg="modSp add mod modNotesTx">
        <pc:chgData name="Torstein Johnsrud" userId="cd34650139b7f70e" providerId="LiveId" clId="{5A500413-2ED8-4303-B7D3-84A4C0B97055}" dt="2023-05-24T09:49:29.850" v="5151" actId="20577"/>
        <pc:sldMkLst>
          <pc:docMk/>
          <pc:sldMk cId="3210833828" sldId="281"/>
        </pc:sldMkLst>
        <pc:spChg chg="mod">
          <ac:chgData name="Torstein Johnsrud" userId="cd34650139b7f70e" providerId="LiveId" clId="{5A500413-2ED8-4303-B7D3-84A4C0B97055}" dt="2023-05-23T18:25:24.607" v="4393" actId="20577"/>
          <ac:spMkLst>
            <pc:docMk/>
            <pc:sldMk cId="3210833828" sldId="281"/>
            <ac:spMk id="3" creationId="{41461BA4-9196-A443-A2E9-B5A2535FE7CD}"/>
          </ac:spMkLst>
        </pc:spChg>
      </pc:sldChg>
      <pc:sldChg chg="modSp add mod">
        <pc:chgData name="Torstein Johnsrud" userId="cd34650139b7f70e" providerId="LiveId" clId="{5A500413-2ED8-4303-B7D3-84A4C0B97055}" dt="2023-05-23T18:26:06.964" v="4402" actId="20577"/>
        <pc:sldMkLst>
          <pc:docMk/>
          <pc:sldMk cId="1771979974" sldId="282"/>
        </pc:sldMkLst>
        <pc:spChg chg="mod">
          <ac:chgData name="Torstein Johnsrud" userId="cd34650139b7f70e" providerId="LiveId" clId="{5A500413-2ED8-4303-B7D3-84A4C0B97055}" dt="2023-05-23T18:26:06.964" v="4402" actId="20577"/>
          <ac:spMkLst>
            <pc:docMk/>
            <pc:sldMk cId="1771979974" sldId="282"/>
            <ac:spMk id="3" creationId="{41461BA4-9196-A443-A2E9-B5A2535FE7CD}"/>
          </ac:spMkLst>
        </pc:spChg>
      </pc:sldChg>
      <pc:sldChg chg="addSp delSp modSp new mod">
        <pc:chgData name="Torstein Johnsrud" userId="cd34650139b7f70e" providerId="LiveId" clId="{5A500413-2ED8-4303-B7D3-84A4C0B97055}" dt="2023-05-24T10:03:39.677" v="5783" actId="1076"/>
        <pc:sldMkLst>
          <pc:docMk/>
          <pc:sldMk cId="3511042393" sldId="283"/>
        </pc:sldMkLst>
        <pc:spChg chg="mod">
          <ac:chgData name="Torstein Johnsrud" userId="cd34650139b7f70e" providerId="LiveId" clId="{5A500413-2ED8-4303-B7D3-84A4C0B97055}" dt="2023-05-24T09:24:57.816" v="4625" actId="1076"/>
          <ac:spMkLst>
            <pc:docMk/>
            <pc:sldMk cId="3511042393" sldId="283"/>
            <ac:spMk id="2" creationId="{ED71AE31-B2C5-7066-D2F9-6F64DB8868EB}"/>
          </ac:spMkLst>
        </pc:spChg>
        <pc:spChg chg="add del mod">
          <ac:chgData name="Torstein Johnsrud" userId="cd34650139b7f70e" providerId="LiveId" clId="{5A500413-2ED8-4303-B7D3-84A4C0B97055}" dt="2023-05-24T09:25:02.087" v="4626" actId="1076"/>
          <ac:spMkLst>
            <pc:docMk/>
            <pc:sldMk cId="3511042393" sldId="283"/>
            <ac:spMk id="3" creationId="{9E5A7A25-4CB0-4A6F-95C6-DA8B6737882A}"/>
          </ac:spMkLst>
        </pc:spChg>
        <pc:spChg chg="add mod">
          <ac:chgData name="Torstein Johnsrud" userId="cd34650139b7f70e" providerId="LiveId" clId="{5A500413-2ED8-4303-B7D3-84A4C0B97055}" dt="2023-05-24T09:23:38.791" v="4577"/>
          <ac:spMkLst>
            <pc:docMk/>
            <pc:sldMk cId="3511042393" sldId="283"/>
            <ac:spMk id="4" creationId="{D3352666-21C7-5783-0162-F3CF72B3C622}"/>
          </ac:spMkLst>
        </pc:spChg>
        <pc:spChg chg="add del mod">
          <ac:chgData name="Torstein Johnsrud" userId="cd34650139b7f70e" providerId="LiveId" clId="{5A500413-2ED8-4303-B7D3-84A4C0B97055}" dt="2023-05-24T09:24:05.570" v="4623"/>
          <ac:spMkLst>
            <pc:docMk/>
            <pc:sldMk cId="3511042393" sldId="283"/>
            <ac:spMk id="5" creationId="{7146B85D-22F8-D3D6-1DFB-587DD88629FC}"/>
          </ac:spMkLst>
        </pc:spChg>
        <pc:picChg chg="add mod">
          <ac:chgData name="Torstein Johnsrud" userId="cd34650139b7f70e" providerId="LiveId" clId="{5A500413-2ED8-4303-B7D3-84A4C0B97055}" dt="2023-05-24T10:03:39.677" v="5783" actId="1076"/>
          <ac:picMkLst>
            <pc:docMk/>
            <pc:sldMk cId="3511042393" sldId="283"/>
            <ac:picMk id="7" creationId="{BC330C62-77CE-B348-99E3-624115F79D9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6EF7E2-065C-4BE3-B831-A7A250558CEF}" type="datetimeFigureOut">
              <a:rPr lang="nb-NO" smtClean="0"/>
              <a:t>24.05.2023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D40B5A-525C-425A-8EB5-45ACEA34969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54551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40B5A-525C-425A-8EB5-45ACEA349699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51091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Si at dersom folk har spørsmål underveis, er det bare å rekke opp hånda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40B5A-525C-425A-8EB5-45ACEA349699}" type="slidenum">
              <a:rPr lang="nb-NO" smtClean="0"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050256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Skaff deg oversikt:</a:t>
            </a:r>
          </a:p>
          <a:p>
            <a:pPr marL="171450" indent="-171450">
              <a:buFontTx/>
              <a:buChar char="-"/>
            </a:pPr>
            <a:r>
              <a:rPr lang="nb-NO" dirty="0"/>
              <a:t>Les hele oppgaven før du starter</a:t>
            </a:r>
          </a:p>
          <a:p>
            <a:pPr marL="171450" indent="-171450">
              <a:buFontTx/>
              <a:buChar char="-"/>
            </a:pPr>
            <a:r>
              <a:rPr lang="nb-NO" dirty="0"/>
              <a:t>Ofte er det mange deler som beveger på seg i en oppgave, så det lønner seg å ha forstått hele eller mesteparten av oppgaven før man starter</a:t>
            </a:r>
          </a:p>
          <a:p>
            <a:pPr marL="171450" indent="-171450">
              <a:buFontTx/>
              <a:buChar char="-"/>
            </a:pPr>
            <a:endParaRPr lang="nb-NO" dirty="0"/>
          </a:p>
          <a:p>
            <a:pPr marL="0" indent="0">
              <a:buFontTx/>
              <a:buNone/>
            </a:pPr>
            <a:r>
              <a:rPr lang="nb-NO" dirty="0"/>
              <a:t>Vurder flere løsninger</a:t>
            </a:r>
          </a:p>
          <a:p>
            <a:pPr marL="171450" indent="-171450">
              <a:buFontTx/>
              <a:buChar char="-"/>
            </a:pPr>
            <a:r>
              <a:rPr lang="nb-NO" dirty="0"/>
              <a:t>Ofte er det flere måter å løse en oppgave</a:t>
            </a:r>
          </a:p>
          <a:p>
            <a:pPr marL="171450" indent="-171450">
              <a:buFontTx/>
              <a:buChar char="-"/>
            </a:pPr>
            <a:r>
              <a:rPr lang="nb-NO" dirty="0"/>
              <a:t>Hvilken passer best for deg med tanke på kunnskap og omfang?</a:t>
            </a:r>
          </a:p>
          <a:p>
            <a:pPr marL="171450" indent="-171450">
              <a:buFontTx/>
              <a:buChar char="-"/>
            </a:pPr>
            <a:endParaRPr lang="nb-NO" dirty="0"/>
          </a:p>
          <a:p>
            <a:pPr marL="0" indent="0">
              <a:buFontTx/>
              <a:buNone/>
            </a:pPr>
            <a:r>
              <a:rPr lang="nb-NO" dirty="0"/>
              <a:t>Begynn et sted:</a:t>
            </a:r>
          </a:p>
          <a:p>
            <a:pPr marL="171450" indent="-171450">
              <a:buFontTx/>
              <a:buChar char="-"/>
            </a:pPr>
            <a:r>
              <a:rPr lang="nb-NO" dirty="0"/>
              <a:t>Selv om man kanskje ikke vet hvordan alt skal implementeres før man begynner å kode, lønner det seg å begynne med det man tror man har forstått</a:t>
            </a:r>
          </a:p>
          <a:p>
            <a:pPr marL="171450" indent="-171450">
              <a:buFontTx/>
              <a:buChar char="-"/>
            </a:pPr>
            <a:r>
              <a:rPr lang="nb-NO" dirty="0"/>
              <a:t>Man har begrenset med tid til å tenke</a:t>
            </a:r>
          </a:p>
          <a:p>
            <a:pPr marL="171450" indent="-171450">
              <a:buFontTx/>
              <a:buChar char="-"/>
            </a:pPr>
            <a:r>
              <a:rPr lang="nb-NO" dirty="0"/>
              <a:t>Programmering er ofte slik at man forstår mer av omfanget underveis</a:t>
            </a:r>
          </a:p>
          <a:p>
            <a:pPr marL="171450" indent="-171450">
              <a:buFontTx/>
              <a:buChar char="-"/>
            </a:pPr>
            <a:endParaRPr lang="nb-NO" dirty="0"/>
          </a:p>
          <a:p>
            <a:pPr marL="0" indent="0">
              <a:buFontTx/>
              <a:buNone/>
            </a:pPr>
            <a:r>
              <a:rPr lang="nb-NO" dirty="0"/>
              <a:t>Prøv deg frem:</a:t>
            </a:r>
          </a:p>
          <a:p>
            <a:pPr marL="171450" indent="-171450">
              <a:buFontTx/>
              <a:buChar char="-"/>
            </a:pPr>
            <a:r>
              <a:rPr lang="nb-NO" dirty="0"/>
              <a:t>Det er ingen som får til alt på første forsøk</a:t>
            </a:r>
          </a:p>
          <a:p>
            <a:pPr marL="171450" indent="-171450">
              <a:buFontTx/>
              <a:buChar char="-"/>
            </a:pPr>
            <a:r>
              <a:rPr lang="nb-NO" dirty="0"/>
              <a:t>Dersom du likevel prøver deg frem er det mer sannsynlig at du kommer på riktig spor</a:t>
            </a:r>
          </a:p>
          <a:p>
            <a:pPr marL="171450" indent="-171450">
              <a:buFontTx/>
              <a:buChar char="-"/>
            </a:pPr>
            <a:r>
              <a:rPr lang="nb-NO" dirty="0"/>
              <a:t>Dersom du ikke klarer å løse en oppgave fullstendig, er det fortsatt godt mulig du kan høste inn noen poeng, så bedre å levere ufullstendig kode enn ingenting</a:t>
            </a:r>
          </a:p>
          <a:p>
            <a:pPr marL="171450" indent="-171450">
              <a:buFontTx/>
              <a:buChar char="-"/>
            </a:pPr>
            <a:endParaRPr lang="nb-NO" dirty="0"/>
          </a:p>
          <a:p>
            <a:pPr marL="0" indent="0">
              <a:buFontTx/>
              <a:buNone/>
            </a:pPr>
            <a:r>
              <a:rPr lang="nb-NO" dirty="0"/>
              <a:t>Prøv å holde koden forståelig:</a:t>
            </a:r>
          </a:p>
          <a:p>
            <a:pPr marL="171450" indent="-171450">
              <a:buFontTx/>
              <a:buChar char="-"/>
            </a:pPr>
            <a:r>
              <a:rPr lang="nb-NO" dirty="0"/>
              <a:t>Dette kan hjelpe sensor til å forstå tankegangen din, men er også nyttig for deg!</a:t>
            </a:r>
          </a:p>
          <a:p>
            <a:pPr marL="171450" indent="-171450">
              <a:buFontTx/>
              <a:buChar char="-"/>
            </a:pPr>
            <a:r>
              <a:rPr lang="nb-NO" dirty="0"/>
              <a:t>Med forståelig kode er det lettere å finne feil og vite hva som er implementert og hva som mangler</a:t>
            </a:r>
          </a:p>
          <a:p>
            <a:pPr marL="171450" indent="-171450">
              <a:buFontTx/>
              <a:buChar char="-"/>
            </a:pPr>
            <a:r>
              <a:rPr lang="nb-NO" dirty="0"/>
              <a:t>Gode </a:t>
            </a:r>
            <a:r>
              <a:rPr lang="nb-NO" dirty="0" err="1"/>
              <a:t>practices</a:t>
            </a:r>
            <a:r>
              <a:rPr lang="nb-NO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nb-NO" dirty="0"/>
              <a:t>Forståelige klassenavn (Som ikke heter det samme som innebygde klasser (eks: List.java))</a:t>
            </a:r>
          </a:p>
          <a:p>
            <a:pPr marL="628650" lvl="1" indent="-171450">
              <a:buFontTx/>
              <a:buChar char="-"/>
            </a:pPr>
            <a:r>
              <a:rPr lang="nb-NO" dirty="0"/>
              <a:t>Forståelige metodenavn</a:t>
            </a:r>
          </a:p>
          <a:p>
            <a:pPr marL="628650" lvl="1" indent="-171450">
              <a:buFontTx/>
              <a:buChar char="-"/>
            </a:pPr>
            <a:r>
              <a:rPr lang="nb-NO" dirty="0"/>
              <a:t>Kommentarer (hvis du får tid)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40B5A-525C-425A-8EB5-45ACEA349699}" type="slidenum">
              <a:rPr lang="nb-NO" smtClean="0"/>
              <a:t>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64162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Vis </a:t>
            </a:r>
            <a:r>
              <a:rPr lang="nb-NO" dirty="0" err="1"/>
              <a:t>staticTest</a:t>
            </a:r>
            <a:r>
              <a:rPr lang="nb-NO" dirty="0"/>
              <a:t> og </a:t>
            </a:r>
            <a:r>
              <a:rPr lang="nb-NO" dirty="0" err="1"/>
              <a:t>finalTest</a:t>
            </a:r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40B5A-525C-425A-8EB5-45ACEA349699}" type="slidenum">
              <a:rPr lang="nb-NO" smtClean="0"/>
              <a:t>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23246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40B5A-525C-425A-8EB5-45ACEA349699}" type="slidenum">
              <a:rPr lang="nb-NO" smtClean="0"/>
              <a:t>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923584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40B5A-525C-425A-8EB5-45ACEA349699}" type="slidenum">
              <a:rPr lang="nb-NO" smtClean="0"/>
              <a:t>10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552487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40B5A-525C-425A-8EB5-45ACEA349699}" type="slidenum">
              <a:rPr lang="nb-NO" smtClean="0"/>
              <a:t>11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986917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dirty="0"/>
              <a:t>Vis </a:t>
            </a:r>
            <a:r>
              <a:rPr lang="nb-NO" dirty="0" err="1"/>
              <a:t>varArgTest</a:t>
            </a:r>
            <a:endParaRPr lang="nb-NO" dirty="0"/>
          </a:p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40B5A-525C-425A-8EB5-45ACEA349699}" type="slidenum">
              <a:rPr lang="nb-NO" smtClean="0"/>
              <a:t>12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348805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40B5A-525C-425A-8EB5-45ACEA349699}" type="slidenum">
              <a:rPr lang="nb-NO" smtClean="0"/>
              <a:t>13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374322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40B5A-525C-425A-8EB5-45ACEA349699}" type="slidenum">
              <a:rPr lang="nb-NO" smtClean="0"/>
              <a:t>14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003325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Vis </a:t>
            </a:r>
            <a:r>
              <a:rPr lang="nb-NO" dirty="0" err="1"/>
              <a:t>sammenligningsTest</a:t>
            </a:r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40B5A-525C-425A-8EB5-45ACEA349699}" type="slidenum">
              <a:rPr lang="nb-NO" smtClean="0"/>
              <a:t>15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335912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Kommer til å se ganske mange grensesnitt ila forelesningen</a:t>
            </a:r>
          </a:p>
          <a:p>
            <a:endParaRPr lang="nb-NO" dirty="0"/>
          </a:p>
          <a:p>
            <a:r>
              <a:rPr lang="nb-NO" dirty="0"/>
              <a:t>Kan </a:t>
            </a:r>
            <a:r>
              <a:rPr lang="nb-NO" dirty="0" err="1"/>
              <a:t>f.eks</a:t>
            </a:r>
            <a:r>
              <a:rPr lang="nb-NO" dirty="0"/>
              <a:t> lage et eksempelgrensesnitt med noen metoder også implementere det i en annen klasse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40B5A-525C-425A-8EB5-45ACEA349699}" type="slidenum">
              <a:rPr lang="nb-NO" smtClean="0"/>
              <a:t>16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685299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Movie: Movie.java</a:t>
            </a:r>
          </a:p>
          <a:p>
            <a:r>
              <a:rPr lang="nb-NO" dirty="0" err="1"/>
              <a:t>BasketballComparators</a:t>
            </a:r>
            <a:r>
              <a:rPr lang="nb-NO" dirty="0"/>
              <a:t>: Player.java, PlayerGameStat.java, BasketBallComparators.java (TODO)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40B5A-525C-425A-8EB5-45ACEA349699}" type="slidenum">
              <a:rPr lang="nb-NO" smtClean="0"/>
              <a:t>17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541951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A: Post.java, Leg.java</a:t>
            </a:r>
          </a:p>
          <a:p>
            <a:r>
              <a:rPr lang="nb-NO" dirty="0"/>
              <a:t>B: Race.java</a:t>
            </a:r>
          </a:p>
          <a:p>
            <a:r>
              <a:rPr lang="nb-NO" dirty="0"/>
              <a:t>C: Route.java, RouteFactory.java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40B5A-525C-425A-8EB5-45ACEA349699}" type="slidenum">
              <a:rPr lang="nb-NO" smtClean="0"/>
              <a:t>18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297738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MovieKont20.java og MovieRegister.java (TODO)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40B5A-525C-425A-8EB5-45ACEA349699}" type="slidenum">
              <a:rPr lang="nb-NO" smtClean="0"/>
              <a:t>19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112987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40B5A-525C-425A-8EB5-45ACEA349699}" type="slidenum">
              <a:rPr lang="nb-NO" smtClean="0"/>
              <a:t>20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922973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VIKTIG Å NEVNE: </a:t>
            </a:r>
            <a:r>
              <a:rPr lang="nb-NO" dirty="0" err="1"/>
              <a:t>Streams</a:t>
            </a:r>
            <a:r>
              <a:rPr lang="nb-NO" dirty="0"/>
              <a:t> er aldri en nødvendighet. Hva enn en </a:t>
            </a:r>
            <a:r>
              <a:rPr lang="nb-NO" dirty="0" err="1"/>
              <a:t>stream</a:t>
            </a:r>
            <a:r>
              <a:rPr lang="nb-NO" dirty="0"/>
              <a:t> gjør, kan også gjøres med </a:t>
            </a:r>
            <a:r>
              <a:rPr lang="nb-NO" dirty="0" err="1"/>
              <a:t>f.eks</a:t>
            </a:r>
            <a:r>
              <a:rPr lang="nb-NO" dirty="0"/>
              <a:t> løkker, men det er mye </a:t>
            </a:r>
            <a:r>
              <a:rPr lang="nb-NO" dirty="0" err="1"/>
              <a:t>smudere</a:t>
            </a:r>
            <a:r>
              <a:rPr lang="nb-NO" dirty="0"/>
              <a:t> og mindre tidkrevende</a:t>
            </a:r>
          </a:p>
          <a:p>
            <a:endParaRPr lang="nb-NO" dirty="0"/>
          </a:p>
          <a:p>
            <a:r>
              <a:rPr lang="nb-NO" dirty="0"/>
              <a:t>Vis først </a:t>
            </a:r>
            <a:r>
              <a:rPr lang="nb-NO" dirty="0" err="1"/>
              <a:t>collectTest</a:t>
            </a:r>
            <a:endParaRPr lang="nb-NO" dirty="0"/>
          </a:p>
          <a:p>
            <a:r>
              <a:rPr lang="nb-NO" dirty="0"/>
              <a:t>Del 8: </a:t>
            </a:r>
            <a:r>
              <a:rPr lang="nb-NO" dirty="0" err="1"/>
              <a:t>UniversityHandbookUtils</a:t>
            </a:r>
            <a:r>
              <a:rPr lang="nb-NO" dirty="0"/>
              <a:t> (TODO)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40B5A-525C-425A-8EB5-45ACEA349699}" type="slidenum">
              <a:rPr lang="nb-NO" smtClean="0"/>
              <a:t>21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972615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Logger.java, SomeService.java (Interface), SomeServiceImpl.java, LoggingSomeService.java (TODO)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40B5A-525C-425A-8EB5-45ACEA349699}" type="slidenum">
              <a:rPr lang="nb-NO" smtClean="0"/>
              <a:t>22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595756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V2021: StatusListener.java (Interface), LoyaltyAward.java, LoyaltyUser.java (TODO), RentalCarListener.java (TODO)</a:t>
            </a:r>
          </a:p>
          <a:p>
            <a:r>
              <a:rPr lang="nb-NO" dirty="0"/>
              <a:t>K2021: BidListener.java (Interface), Bid.java, Property.java (TODO)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40B5A-525C-425A-8EB5-45ACEA349699}" type="slidenum">
              <a:rPr lang="nb-NO" smtClean="0"/>
              <a:t>23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14928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V2021: CarRentalAwards.java (Finn feilene, mangler statisk og mangler super)</a:t>
            </a:r>
          </a:p>
          <a:p>
            <a:r>
              <a:rPr lang="nb-NO" dirty="0"/>
              <a:t>K2021: BusinessProperty.java (TODO)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40B5A-525C-425A-8EB5-45ACEA349699}" type="slidenum">
              <a:rPr lang="nb-NO" smtClean="0"/>
              <a:t>24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581973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Vis frem de ulike filbehandlingsmetodene</a:t>
            </a:r>
          </a:p>
          <a:p>
            <a:r>
              <a:rPr lang="nb-NO" dirty="0"/>
              <a:t>V2021: Course.java, UniversityHandbook.java (TODO)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40B5A-525C-425A-8EB5-45ACEA349699}" type="slidenum">
              <a:rPr lang="nb-NO" smtClean="0"/>
              <a:t>25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332265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Teste at den klarer å regne ut partall riktig, oddetall riktig og 0 tall</a:t>
            </a:r>
          </a:p>
          <a:p>
            <a:endParaRPr lang="nb-NO" dirty="0"/>
          </a:p>
          <a:p>
            <a:r>
              <a:rPr lang="nb-NO" dirty="0"/>
              <a:t>V2020: MedianComputer.java (TODO), MedianComputerTest.java (TODO)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40B5A-525C-425A-8EB5-45ACEA349699}" type="slidenum">
              <a:rPr lang="nb-NO" smtClean="0"/>
              <a:t>26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232218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40B5A-525C-425A-8EB5-45ACEA349699}" type="slidenum">
              <a:rPr lang="nb-NO" smtClean="0"/>
              <a:t>27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579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D2FDF30-6471-6F9A-30B7-DE96A8ADC0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0C87C4DE-705A-E938-5B22-65A88B3276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7121F33E-5171-56F4-B787-1B8ED99A8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35B0D-C349-43FD-8F71-4D62CD3E7556}" type="datetimeFigureOut">
              <a:rPr lang="nb-NO" smtClean="0"/>
              <a:t>24.05.2023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5CF0ED5D-7418-3B1E-76F6-FFB726B57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579FD94-FAD7-B105-88E5-5E82EE4EA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04959-F1FD-4E7A-9952-6367B2FA99C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34567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B334910-DB92-B1FA-0E86-F7A3638BC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7B2DDFE-F59F-A1D6-0F97-608178253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BF0942CA-6A05-899F-F20B-F8918070D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35B0D-C349-43FD-8F71-4D62CD3E7556}" type="datetimeFigureOut">
              <a:rPr lang="nb-NO" smtClean="0"/>
              <a:t>24.05.2023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056DC86-0E7A-9A1B-3A68-BF1C49A9F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F513BE12-44FD-F0CA-52F0-A7CFE65A7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04959-F1FD-4E7A-9952-6367B2FA99C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49822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45CC525-AB1D-2B72-1114-FE7283FAE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635B1EF4-CB47-EA7A-4EB3-0145249C7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AB380093-F6BD-96B5-0D50-781DB08A5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35B0D-C349-43FD-8F71-4D62CD3E7556}" type="datetimeFigureOut">
              <a:rPr lang="nb-NO" smtClean="0"/>
              <a:t>24.05.2023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5F38701-791E-5A5E-4A81-636E50E29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9DBEA73B-53CB-05DC-CF3C-EFF0B771D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04959-F1FD-4E7A-9952-6367B2FA99C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30463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869E780-2300-B4D8-B7C3-F78F49767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CD5E3C7-372F-4226-5FE5-6153BAE092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C8853C5-547E-460F-DC0C-69F207C163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C899F93F-714C-AC55-362C-7CE6A523C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35B0D-C349-43FD-8F71-4D62CD3E7556}" type="datetimeFigureOut">
              <a:rPr lang="nb-NO" smtClean="0"/>
              <a:t>24.05.2023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477A0844-47EA-2B07-AA3E-4169B98CA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91FCA646-82FA-22F8-FA2B-01FF08E5E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04959-F1FD-4E7A-9952-6367B2FA99C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02102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F4756DA-1804-2034-975D-4DF20D5C0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53D881F2-53B4-4ECB-6ECF-5EF8F4453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AE1AC2E-EA37-DE68-75F4-EF3528EED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8E99661C-EB06-8924-F4C7-CF158EE02F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AC6CE615-D847-1294-FB0C-E4FD810948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A611FC91-7516-943A-EEE2-68F05946D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35B0D-C349-43FD-8F71-4D62CD3E7556}" type="datetimeFigureOut">
              <a:rPr lang="nb-NO" smtClean="0"/>
              <a:t>24.05.2023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05C2BFD8-C54D-6D0A-C1C1-08157D312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3BD09FE3-502D-64CE-2911-3CD3BE83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04959-F1FD-4E7A-9952-6367B2FA99C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68312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CFF8E21-0215-4782-43CE-1C9824AA6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3452AE9F-2D3A-B080-6DA5-3864D80D1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35B0D-C349-43FD-8F71-4D62CD3E7556}" type="datetimeFigureOut">
              <a:rPr lang="nb-NO" smtClean="0"/>
              <a:t>24.05.2023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08BA74CC-5B37-B7AC-9037-03D4068BB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6AF05223-DAF7-48CD-7140-1AC7026BC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04959-F1FD-4E7A-9952-6367B2FA99C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33054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DB0E5FCC-DEB0-72C6-D2EC-D40A7D6CD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35B0D-C349-43FD-8F71-4D62CD3E7556}" type="datetimeFigureOut">
              <a:rPr lang="nb-NO" smtClean="0"/>
              <a:t>24.05.2023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52569358-B2BF-19D7-F183-E6B6C66C2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59044ED2-C384-F232-6560-8F80DE48B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04959-F1FD-4E7A-9952-6367B2FA99C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38961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4991DB2-F034-0694-7110-F2783073E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C97F3EA-F995-3E3A-8B3D-7BB37032F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21C69FF2-5F40-8E19-5140-6BB4FBA37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831EDC59-D96D-CCE2-DF24-83DFA4825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35B0D-C349-43FD-8F71-4D62CD3E7556}" type="datetimeFigureOut">
              <a:rPr lang="nb-NO" smtClean="0"/>
              <a:t>24.05.2023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643937C5-A7AC-6F00-93D5-4F0A7E21F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EC78054A-E24F-482D-9FA0-599578597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04959-F1FD-4E7A-9952-6367B2FA99C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47375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1382F1C-AFE5-4246-E38B-6A762E1AB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6C4B9E4D-28DE-3A54-FB22-840FA07C3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2D9F21F2-FD7D-2C56-4A0F-307BAE87B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25156508-2450-C59B-A841-1A8849189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35B0D-C349-43FD-8F71-4D62CD3E7556}" type="datetimeFigureOut">
              <a:rPr lang="nb-NO" smtClean="0"/>
              <a:t>24.05.2023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CB2C4420-DA80-323E-D116-919D68B11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653455C2-26A5-973D-5A3B-72A6360F2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04959-F1FD-4E7A-9952-6367B2FA99C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23491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62A2505-6CBD-8367-6C8C-ED2B33401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768FA040-9618-B143-88B3-B2F74AD19F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7956AE12-5D5D-069C-7EAC-B0C3997BD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35B0D-C349-43FD-8F71-4D62CD3E7556}" type="datetimeFigureOut">
              <a:rPr lang="nb-NO" smtClean="0"/>
              <a:t>24.05.2023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91C90D6-0431-674B-0000-1BC8B880B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90076C09-701F-9ABD-9994-3BCEAEAE3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04959-F1FD-4E7A-9952-6367B2FA99C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87042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38884522-523D-F855-D146-72D5B0008C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5943B02D-67ED-6101-2CA2-120E92ECA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4EFB0780-1791-9A63-8B41-F90616869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35B0D-C349-43FD-8F71-4D62CD3E7556}" type="datetimeFigureOut">
              <a:rPr lang="nb-NO" smtClean="0"/>
              <a:t>24.05.2023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F5304713-72F3-4146-6936-0217D0907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354FD3A1-04B4-CAF6-D86B-111836D5B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04959-F1FD-4E7A-9952-6367B2FA99C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12612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67042FF4-BDDB-99E2-C10B-45EE8FD26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5CE11D04-A668-78BB-26B9-6ECFA1099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F1C42973-620E-4566-8283-F56344FCB8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35B0D-C349-43FD-8F71-4D62CD3E7556}" type="datetimeFigureOut">
              <a:rPr lang="nb-NO" smtClean="0"/>
              <a:t>24.05.2023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9F70F500-5E57-CA1C-7E6D-B5849A1B7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398F91C-4470-2BC3-AAB6-89C41AC04D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04959-F1FD-4E7A-9952-6367B2FA99C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176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mailto:torstjo@stud.ntnu.no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533591E-1F4F-0823-7209-D69C874C36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3694" y="859621"/>
            <a:ext cx="9144000" cy="2387600"/>
          </a:xfrm>
        </p:spPr>
        <p:txBody>
          <a:bodyPr/>
          <a:lstStyle/>
          <a:p>
            <a:pPr algn="l"/>
            <a:r>
              <a:rPr lang="nb-NO" dirty="0"/>
              <a:t>Velkommen til </a:t>
            </a:r>
            <a:r>
              <a:rPr lang="nb-NO" dirty="0" err="1"/>
              <a:t>kræsjkurs</a:t>
            </a:r>
            <a:r>
              <a:rPr lang="nb-NO" dirty="0"/>
              <a:t>!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B35B265B-BB6F-9907-2EF1-6C47D54D17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3694" y="3193401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nb-NO" sz="3200" dirty="0">
                <a:latin typeface="+mj-lt"/>
              </a:rPr>
              <a:t>TDT4100 Objektorientert Programmering</a:t>
            </a:r>
          </a:p>
          <a:p>
            <a:pPr algn="l"/>
            <a:r>
              <a:rPr lang="nb-NO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24.05.2023</a:t>
            </a:r>
            <a:endParaRPr lang="nb-NO" sz="280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59E5CDC5-D372-9DE6-30F0-880790587C9F}"/>
              </a:ext>
            </a:extLst>
          </p:cNvPr>
          <p:cNvSpPr/>
          <p:nvPr/>
        </p:nvSpPr>
        <p:spPr>
          <a:xfrm>
            <a:off x="0" y="0"/>
            <a:ext cx="1184564" cy="6858000"/>
          </a:xfrm>
          <a:prstGeom prst="rect">
            <a:avLst/>
          </a:prstGeom>
          <a:solidFill>
            <a:srgbClr val="60A4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1DD20B6E-2B58-3D7D-0D50-D634353C5273}"/>
              </a:ext>
            </a:extLst>
          </p:cNvPr>
          <p:cNvSpPr/>
          <p:nvPr/>
        </p:nvSpPr>
        <p:spPr>
          <a:xfrm rot="5400000">
            <a:off x="5503718" y="-5503718"/>
            <a:ext cx="1184564" cy="12192000"/>
          </a:xfrm>
          <a:prstGeom prst="rect">
            <a:avLst/>
          </a:prstGeom>
          <a:solidFill>
            <a:srgbClr val="60A4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4D966B0E-C70E-F950-016C-5BEACEA58BC1}"/>
              </a:ext>
            </a:extLst>
          </p:cNvPr>
          <p:cNvSpPr/>
          <p:nvPr/>
        </p:nvSpPr>
        <p:spPr>
          <a:xfrm>
            <a:off x="0" y="0"/>
            <a:ext cx="1184564" cy="1184564"/>
          </a:xfrm>
          <a:prstGeom prst="rect">
            <a:avLst/>
          </a:prstGeom>
          <a:solidFill>
            <a:srgbClr val="3B6C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20519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59AFA3B-5D90-663F-2182-0CBEDAC10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491" y="392834"/>
            <a:ext cx="10515600" cy="1325563"/>
          </a:xfrm>
        </p:spPr>
        <p:txBody>
          <a:bodyPr/>
          <a:lstStyle/>
          <a:p>
            <a:r>
              <a:rPr lang="nb-NO" dirty="0"/>
              <a:t>Agenda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CF11C48-F7EC-63F5-625E-42F2314B5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2491" y="1718397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nb-NO" dirty="0"/>
              <a:t>Generelle tips</a:t>
            </a:r>
          </a:p>
          <a:p>
            <a:r>
              <a:rPr lang="nb-NO" dirty="0"/>
              <a:t>Java-teknikker</a:t>
            </a:r>
          </a:p>
          <a:p>
            <a:r>
              <a:rPr lang="nb-NO" dirty="0"/>
              <a:t>Prosedyreorientert programmering</a:t>
            </a:r>
          </a:p>
          <a:p>
            <a:r>
              <a:rPr lang="nb-NO" dirty="0"/>
              <a:t>Objektorientert programmering</a:t>
            </a:r>
          </a:p>
          <a:p>
            <a:r>
              <a:rPr lang="nb-NO" dirty="0"/>
              <a:t>Objektorienterte teknikker</a:t>
            </a:r>
          </a:p>
          <a:p>
            <a:endParaRPr lang="nb-NO" dirty="0"/>
          </a:p>
          <a:p>
            <a:endParaRPr lang="nb-NO" dirty="0"/>
          </a:p>
          <a:p>
            <a:endParaRPr lang="nb-NO" dirty="0"/>
          </a:p>
          <a:p>
            <a:pPr marL="0" indent="0">
              <a:buNone/>
            </a:pPr>
            <a:r>
              <a:rPr lang="nb-NO" sz="2000" i="1" dirty="0"/>
              <a:t>Dette høres mye mer komplisert ut enn det egentlig er…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702225B2-E795-DBA3-C7FD-FC368758385F}"/>
              </a:ext>
            </a:extLst>
          </p:cNvPr>
          <p:cNvSpPr/>
          <p:nvPr/>
        </p:nvSpPr>
        <p:spPr>
          <a:xfrm>
            <a:off x="0" y="0"/>
            <a:ext cx="1184564" cy="6858000"/>
          </a:xfrm>
          <a:prstGeom prst="rect">
            <a:avLst/>
          </a:prstGeom>
          <a:solidFill>
            <a:srgbClr val="60A4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03903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D71AE31-B2C5-7066-D2F9-6F64DB886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927" y="416286"/>
            <a:ext cx="10515600" cy="1325563"/>
          </a:xfrm>
        </p:spPr>
        <p:txBody>
          <a:bodyPr/>
          <a:lstStyle/>
          <a:p>
            <a:r>
              <a:rPr lang="nb-NO" dirty="0"/>
              <a:t>Lenke til </a:t>
            </a:r>
            <a:r>
              <a:rPr lang="nb-NO" dirty="0" err="1"/>
              <a:t>repo</a:t>
            </a:r>
            <a:r>
              <a:rPr lang="nb-NO" dirty="0"/>
              <a:t> som vil brukes underveis: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E5A7A25-4CB0-4A6F-95C6-DA8B67378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0927" y="1741849"/>
            <a:ext cx="10515600" cy="4351338"/>
          </a:xfrm>
        </p:spPr>
        <p:txBody>
          <a:bodyPr/>
          <a:lstStyle/>
          <a:p>
            <a:r>
              <a:rPr lang="nb-NO" dirty="0"/>
              <a:t>https://github.com/Torstjo/Krasjkurs-OOP-2023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D3352666-21C7-5783-0162-F3CF72B3C622}"/>
              </a:ext>
            </a:extLst>
          </p:cNvPr>
          <p:cNvSpPr/>
          <p:nvPr/>
        </p:nvSpPr>
        <p:spPr>
          <a:xfrm>
            <a:off x="0" y="0"/>
            <a:ext cx="1184564" cy="6858000"/>
          </a:xfrm>
          <a:prstGeom prst="rect">
            <a:avLst/>
          </a:prstGeom>
          <a:solidFill>
            <a:srgbClr val="60A4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BC330C62-77CE-B348-99E3-624115F79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672" y="2608769"/>
            <a:ext cx="3484418" cy="3484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042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C40E3F1-8728-AC5E-70B6-9219B21E9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073" y="378980"/>
            <a:ext cx="10515600" cy="1325563"/>
          </a:xfrm>
        </p:spPr>
        <p:txBody>
          <a:bodyPr/>
          <a:lstStyle/>
          <a:p>
            <a:r>
              <a:rPr lang="nb-NO" dirty="0"/>
              <a:t>Litt om meg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265C53EA-D952-0A0E-E4A6-6BFCB32FE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073" y="1704543"/>
            <a:ext cx="10515600" cy="4351338"/>
          </a:xfrm>
        </p:spPr>
        <p:txBody>
          <a:bodyPr/>
          <a:lstStyle/>
          <a:p>
            <a:r>
              <a:rPr lang="nb-NO" dirty="0"/>
              <a:t>Torstein Johnsrud</a:t>
            </a:r>
          </a:p>
          <a:p>
            <a:r>
              <a:rPr lang="nb-NO" dirty="0"/>
              <a:t>2. Klasse</a:t>
            </a:r>
          </a:p>
          <a:p>
            <a:r>
              <a:rPr lang="nb-NO" dirty="0"/>
              <a:t>Industriell økonomi og teknologiledelse</a:t>
            </a:r>
          </a:p>
          <a:p>
            <a:pPr lvl="1"/>
            <a:r>
              <a:rPr lang="nb-NO" dirty="0"/>
              <a:t>Data</a:t>
            </a:r>
          </a:p>
          <a:p>
            <a:r>
              <a:rPr lang="nb-NO" dirty="0"/>
              <a:t>Undervisningsassistent TDT4100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C8370F9D-1D56-3E2E-4EC9-F214DEE7B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549640" y="3215640"/>
            <a:ext cx="3642360" cy="3642360"/>
          </a:xfrm>
          <a:prstGeom prst="rect">
            <a:avLst/>
          </a:prstGeom>
          <a:effectLst>
            <a:softEdge rad="0"/>
          </a:effectLst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40233B5C-E159-081C-5857-142D092162F2}"/>
              </a:ext>
            </a:extLst>
          </p:cNvPr>
          <p:cNvSpPr/>
          <p:nvPr/>
        </p:nvSpPr>
        <p:spPr>
          <a:xfrm>
            <a:off x="0" y="0"/>
            <a:ext cx="1184564" cy="6858000"/>
          </a:xfrm>
          <a:prstGeom prst="rect">
            <a:avLst/>
          </a:prstGeom>
          <a:solidFill>
            <a:srgbClr val="60A4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32274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068271F-96BD-1443-0413-11D296085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3662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nb-NO" sz="6600" dirty="0"/>
              <a:t>DISCLAIMER!</a:t>
            </a:r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AFA1EFE3-B774-2619-89B5-AC6FDA5BF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623" y="2223246"/>
            <a:ext cx="4634754" cy="4634754"/>
          </a:xfrm>
          <a:prstGeom prst="rect">
            <a:avLst/>
          </a:prstGeom>
        </p:spPr>
      </p:pic>
      <p:sp>
        <p:nvSpPr>
          <p:cNvPr id="8" name="Rektangel 7">
            <a:extLst>
              <a:ext uri="{FF2B5EF4-FFF2-40B4-BE49-F238E27FC236}">
                <a16:creationId xmlns:a16="http://schemas.microsoft.com/office/drawing/2014/main" id="{3545EBFA-A09D-3A63-3EC3-04FBB20E9837}"/>
              </a:ext>
            </a:extLst>
          </p:cNvPr>
          <p:cNvSpPr/>
          <p:nvPr/>
        </p:nvSpPr>
        <p:spPr>
          <a:xfrm>
            <a:off x="0" y="0"/>
            <a:ext cx="1184564" cy="6858000"/>
          </a:xfrm>
          <a:prstGeom prst="rect">
            <a:avLst/>
          </a:prstGeom>
          <a:solidFill>
            <a:srgbClr val="60A4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5759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30663886-277C-114B-B188-D649A496F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2436" y="330489"/>
            <a:ext cx="10515600" cy="1325563"/>
          </a:xfrm>
        </p:spPr>
        <p:txBody>
          <a:bodyPr/>
          <a:lstStyle/>
          <a:p>
            <a:r>
              <a:rPr lang="nb-NO" dirty="0"/>
              <a:t>Generelle tips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0290C8BE-C4F0-43BB-6749-D7D04ACB4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2436" y="1656052"/>
            <a:ext cx="10515600" cy="4351338"/>
          </a:xfrm>
        </p:spPr>
        <p:txBody>
          <a:bodyPr/>
          <a:lstStyle/>
          <a:p>
            <a:r>
              <a:rPr lang="nb-NO" dirty="0"/>
              <a:t>Skaff deg oversikt</a:t>
            </a:r>
          </a:p>
          <a:p>
            <a:r>
              <a:rPr lang="nb-NO" dirty="0"/>
              <a:t>Vurder flere løsninger</a:t>
            </a:r>
          </a:p>
          <a:p>
            <a:r>
              <a:rPr lang="nb-NO" dirty="0"/>
              <a:t>Begynn et sted</a:t>
            </a:r>
          </a:p>
          <a:p>
            <a:r>
              <a:rPr lang="nb-NO" dirty="0"/>
              <a:t>Prøv deg frem</a:t>
            </a:r>
          </a:p>
          <a:p>
            <a:r>
              <a:rPr lang="nb-NO" dirty="0"/>
              <a:t>Prøv å holde koden forståelig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86D304BC-5470-FA68-5618-DEF1D695C452}"/>
              </a:ext>
            </a:extLst>
          </p:cNvPr>
          <p:cNvSpPr/>
          <p:nvPr/>
        </p:nvSpPr>
        <p:spPr>
          <a:xfrm>
            <a:off x="0" y="0"/>
            <a:ext cx="1184564" cy="6858000"/>
          </a:xfrm>
          <a:prstGeom prst="rect">
            <a:avLst/>
          </a:prstGeom>
          <a:solidFill>
            <a:srgbClr val="60A4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58120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96A2B9D-C992-9821-4C2F-AC65226C7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054" y="358198"/>
            <a:ext cx="10515600" cy="1325563"/>
          </a:xfrm>
        </p:spPr>
        <p:txBody>
          <a:bodyPr/>
          <a:lstStyle/>
          <a:p>
            <a:r>
              <a:rPr lang="nb-NO" dirty="0"/>
              <a:t>Litt om Java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F9CC4A0-3F7C-3D46-94D2-25F8664C0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4054" y="1683761"/>
            <a:ext cx="10515600" cy="4351338"/>
          </a:xfrm>
        </p:spPr>
        <p:txBody>
          <a:bodyPr>
            <a:normAutofit/>
          </a:bodyPr>
          <a:lstStyle/>
          <a:p>
            <a:r>
              <a:rPr lang="nb-NO" dirty="0" err="1"/>
              <a:t>Modifiers</a:t>
            </a:r>
            <a:endParaRPr lang="nb-NO" dirty="0"/>
          </a:p>
          <a:p>
            <a:pPr lvl="1"/>
            <a:r>
              <a:rPr lang="nb-NO" dirty="0" err="1"/>
              <a:t>Aksessmodifikatorer</a:t>
            </a:r>
            <a:endParaRPr lang="nb-NO" dirty="0"/>
          </a:p>
          <a:p>
            <a:pPr lvl="1"/>
            <a:r>
              <a:rPr lang="nb-NO" dirty="0"/>
              <a:t>Final</a:t>
            </a:r>
          </a:p>
          <a:p>
            <a:pPr lvl="1"/>
            <a:r>
              <a:rPr lang="nb-NO" dirty="0" err="1"/>
              <a:t>Static</a:t>
            </a:r>
            <a:endParaRPr lang="nb-NO" dirty="0"/>
          </a:p>
          <a:p>
            <a:r>
              <a:rPr lang="nb-NO" dirty="0"/>
              <a:t>Datatyper</a:t>
            </a:r>
          </a:p>
          <a:p>
            <a:r>
              <a:rPr lang="nb-NO" dirty="0"/>
              <a:t>Argumenter</a:t>
            </a:r>
          </a:p>
          <a:p>
            <a:r>
              <a:rPr lang="nb-NO" dirty="0"/>
              <a:t>Collections</a:t>
            </a:r>
          </a:p>
          <a:p>
            <a:r>
              <a:rPr lang="nb-NO" dirty="0"/>
              <a:t>Sammenligning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B7F7A737-C638-548E-6BB5-4A14627AFF1A}"/>
              </a:ext>
            </a:extLst>
          </p:cNvPr>
          <p:cNvSpPr/>
          <p:nvPr/>
        </p:nvSpPr>
        <p:spPr>
          <a:xfrm>
            <a:off x="0" y="0"/>
            <a:ext cx="1184564" cy="6858000"/>
          </a:xfrm>
          <a:prstGeom prst="rect">
            <a:avLst/>
          </a:prstGeom>
          <a:solidFill>
            <a:srgbClr val="60A4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95712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60A4E9F-12A6-752A-1738-85FBD8C69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E561309-6573-79E4-7085-FF9FCCB3A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3DCC7234-0A96-2BB8-37DB-90B0EDBEC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485775"/>
            <a:ext cx="12106275" cy="58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532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96A2B9D-C992-9821-4C2F-AC65226C7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054" y="358198"/>
            <a:ext cx="10515600" cy="1325563"/>
          </a:xfrm>
        </p:spPr>
        <p:txBody>
          <a:bodyPr/>
          <a:lstStyle/>
          <a:p>
            <a:r>
              <a:rPr lang="nb-NO" dirty="0"/>
              <a:t>Litt om Java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F9CC4A0-3F7C-3D46-94D2-25F8664C0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4054" y="1683761"/>
            <a:ext cx="10515600" cy="4351338"/>
          </a:xfrm>
        </p:spPr>
        <p:txBody>
          <a:bodyPr>
            <a:normAutofit/>
          </a:bodyPr>
          <a:lstStyle/>
          <a:p>
            <a:r>
              <a:rPr lang="nb-NO" dirty="0" err="1"/>
              <a:t>Modifiers</a:t>
            </a:r>
            <a:endParaRPr lang="nb-NO" dirty="0"/>
          </a:p>
          <a:p>
            <a:r>
              <a:rPr lang="nb-NO" dirty="0"/>
              <a:t>Datatyper</a:t>
            </a:r>
          </a:p>
          <a:p>
            <a:pPr lvl="1"/>
            <a:r>
              <a:rPr lang="nb-NO" dirty="0"/>
              <a:t>Primitives</a:t>
            </a:r>
          </a:p>
          <a:p>
            <a:pPr lvl="1"/>
            <a:r>
              <a:rPr lang="nb-NO" dirty="0"/>
              <a:t>Non-primitives</a:t>
            </a:r>
          </a:p>
          <a:p>
            <a:r>
              <a:rPr lang="nb-NO" dirty="0"/>
              <a:t>Argumenter</a:t>
            </a:r>
          </a:p>
          <a:p>
            <a:r>
              <a:rPr lang="nb-NO" dirty="0"/>
              <a:t>Collections</a:t>
            </a:r>
          </a:p>
          <a:p>
            <a:r>
              <a:rPr lang="nb-NO" dirty="0"/>
              <a:t>Sammenligning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B7F7A737-C638-548E-6BB5-4A14627AFF1A}"/>
              </a:ext>
            </a:extLst>
          </p:cNvPr>
          <p:cNvSpPr/>
          <p:nvPr/>
        </p:nvSpPr>
        <p:spPr>
          <a:xfrm>
            <a:off x="0" y="0"/>
            <a:ext cx="1184564" cy="6858000"/>
          </a:xfrm>
          <a:prstGeom prst="rect">
            <a:avLst/>
          </a:prstGeom>
          <a:solidFill>
            <a:srgbClr val="60A4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8829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96A2B9D-C992-9821-4C2F-AC65226C7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054" y="358198"/>
            <a:ext cx="10515600" cy="1325563"/>
          </a:xfrm>
        </p:spPr>
        <p:txBody>
          <a:bodyPr/>
          <a:lstStyle/>
          <a:p>
            <a:r>
              <a:rPr lang="nb-NO" dirty="0"/>
              <a:t>Datatyper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F9CC4A0-3F7C-3D46-94D2-25F8664C0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4054" y="1683761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nb-NO" dirty="0"/>
              <a:t>Forskjellen på primitives og non-primitives</a:t>
            </a:r>
          </a:p>
          <a:p>
            <a:pPr lvl="1"/>
            <a:r>
              <a:rPr lang="nb-NO" dirty="0"/>
              <a:t>Predefinert eller ikke</a:t>
            </a:r>
          </a:p>
          <a:p>
            <a:pPr lvl="1"/>
            <a:r>
              <a:rPr lang="nb-NO" dirty="0"/>
              <a:t>Skrivemåte (Stor forbokstav)</a:t>
            </a:r>
          </a:p>
          <a:p>
            <a:r>
              <a:rPr lang="nb-NO" dirty="0"/>
              <a:t>Eksempler på primitive:</a:t>
            </a:r>
          </a:p>
          <a:p>
            <a:pPr lvl="1"/>
            <a:r>
              <a:rPr lang="nb-NO" dirty="0" err="1"/>
              <a:t>int</a:t>
            </a:r>
            <a:endParaRPr lang="nb-NO" dirty="0"/>
          </a:p>
          <a:p>
            <a:pPr lvl="1"/>
            <a:r>
              <a:rPr lang="nb-NO" dirty="0"/>
              <a:t>double</a:t>
            </a:r>
          </a:p>
          <a:p>
            <a:pPr lvl="1"/>
            <a:r>
              <a:rPr lang="nb-NO" dirty="0" err="1"/>
              <a:t>boolean</a:t>
            </a:r>
            <a:endParaRPr lang="nb-NO" dirty="0"/>
          </a:p>
          <a:p>
            <a:pPr lvl="1"/>
            <a:r>
              <a:rPr lang="nb-NO" dirty="0" err="1"/>
              <a:t>char</a:t>
            </a:r>
            <a:endParaRPr lang="nb-NO" dirty="0"/>
          </a:p>
          <a:p>
            <a:r>
              <a:rPr lang="nb-NO" dirty="0"/>
              <a:t>Eksempler på non-primitive</a:t>
            </a:r>
          </a:p>
          <a:p>
            <a:pPr lvl="1"/>
            <a:r>
              <a:rPr lang="nb-NO" dirty="0" err="1"/>
              <a:t>String</a:t>
            </a:r>
            <a:endParaRPr lang="nb-NO" dirty="0"/>
          </a:p>
          <a:p>
            <a:pPr lvl="1"/>
            <a:r>
              <a:rPr lang="nb-NO" dirty="0"/>
              <a:t>List</a:t>
            </a:r>
          </a:p>
          <a:p>
            <a:pPr lvl="1"/>
            <a:r>
              <a:rPr lang="nb-NO" dirty="0"/>
              <a:t>…</a:t>
            </a:r>
          </a:p>
          <a:p>
            <a:pPr lvl="1"/>
            <a:endParaRPr lang="nb-NO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B7F7A737-C638-548E-6BB5-4A14627AFF1A}"/>
              </a:ext>
            </a:extLst>
          </p:cNvPr>
          <p:cNvSpPr/>
          <p:nvPr/>
        </p:nvSpPr>
        <p:spPr>
          <a:xfrm>
            <a:off x="0" y="0"/>
            <a:ext cx="1184564" cy="6858000"/>
          </a:xfrm>
          <a:prstGeom prst="rect">
            <a:avLst/>
          </a:prstGeom>
          <a:solidFill>
            <a:srgbClr val="60A4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34140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96A2B9D-C992-9821-4C2F-AC65226C7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054" y="358198"/>
            <a:ext cx="10515600" cy="1325563"/>
          </a:xfrm>
        </p:spPr>
        <p:txBody>
          <a:bodyPr/>
          <a:lstStyle/>
          <a:p>
            <a:r>
              <a:rPr lang="nb-NO" dirty="0"/>
              <a:t>Litt om Java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F9CC4A0-3F7C-3D46-94D2-25F8664C0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4054" y="1683761"/>
            <a:ext cx="10515600" cy="4351338"/>
          </a:xfrm>
        </p:spPr>
        <p:txBody>
          <a:bodyPr>
            <a:normAutofit/>
          </a:bodyPr>
          <a:lstStyle/>
          <a:p>
            <a:r>
              <a:rPr lang="nb-NO" dirty="0" err="1"/>
              <a:t>Modifiers</a:t>
            </a:r>
            <a:endParaRPr lang="nb-NO" dirty="0"/>
          </a:p>
          <a:p>
            <a:r>
              <a:rPr lang="nb-NO" dirty="0"/>
              <a:t>Datatyper</a:t>
            </a:r>
          </a:p>
          <a:p>
            <a:r>
              <a:rPr lang="nb-NO" dirty="0"/>
              <a:t>Argumenter</a:t>
            </a:r>
          </a:p>
          <a:p>
            <a:pPr lvl="1"/>
            <a:r>
              <a:rPr lang="nb-NO" dirty="0" err="1"/>
              <a:t>VarArgs</a:t>
            </a:r>
            <a:endParaRPr lang="nb-NO" dirty="0"/>
          </a:p>
          <a:p>
            <a:r>
              <a:rPr lang="nb-NO" dirty="0"/>
              <a:t>Collections</a:t>
            </a:r>
          </a:p>
          <a:p>
            <a:r>
              <a:rPr lang="nb-NO" dirty="0"/>
              <a:t>Sammenligning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B7F7A737-C638-548E-6BB5-4A14627AFF1A}"/>
              </a:ext>
            </a:extLst>
          </p:cNvPr>
          <p:cNvSpPr/>
          <p:nvPr/>
        </p:nvSpPr>
        <p:spPr>
          <a:xfrm>
            <a:off x="0" y="0"/>
            <a:ext cx="1184564" cy="6858000"/>
          </a:xfrm>
          <a:prstGeom prst="rect">
            <a:avLst/>
          </a:prstGeom>
          <a:solidFill>
            <a:srgbClr val="60A4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90267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96A2B9D-C992-9821-4C2F-AC65226C7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054" y="358198"/>
            <a:ext cx="10515600" cy="1325563"/>
          </a:xfrm>
        </p:spPr>
        <p:txBody>
          <a:bodyPr/>
          <a:lstStyle/>
          <a:p>
            <a:r>
              <a:rPr lang="nb-NO" dirty="0"/>
              <a:t>Variable Arguments (</a:t>
            </a:r>
            <a:r>
              <a:rPr lang="nb-NO" dirty="0" err="1"/>
              <a:t>VarArg</a:t>
            </a:r>
            <a:r>
              <a:rPr lang="nb-NO"/>
              <a:t>)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F9CC4A0-3F7C-3D46-94D2-25F8664C0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4054" y="1683761"/>
            <a:ext cx="10515600" cy="4351338"/>
          </a:xfrm>
        </p:spPr>
        <p:txBody>
          <a:bodyPr>
            <a:normAutofit/>
          </a:bodyPr>
          <a:lstStyle/>
          <a:p>
            <a:r>
              <a:rPr lang="nb-NO" dirty="0"/>
              <a:t>Et vilkårlig antall parametere</a:t>
            </a:r>
          </a:p>
          <a:p>
            <a:r>
              <a:rPr lang="nb-NO" dirty="0"/>
              <a:t>En metode kan kun ha 1 </a:t>
            </a:r>
            <a:r>
              <a:rPr lang="nb-NO" dirty="0" err="1"/>
              <a:t>VarArg</a:t>
            </a:r>
            <a:endParaRPr lang="nb-NO" dirty="0"/>
          </a:p>
          <a:p>
            <a:r>
              <a:rPr lang="nb-NO" dirty="0"/>
              <a:t>Vi ser på et eksempel…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B7F7A737-C638-548E-6BB5-4A14627AFF1A}"/>
              </a:ext>
            </a:extLst>
          </p:cNvPr>
          <p:cNvSpPr/>
          <p:nvPr/>
        </p:nvSpPr>
        <p:spPr>
          <a:xfrm>
            <a:off x="0" y="0"/>
            <a:ext cx="1184564" cy="6858000"/>
          </a:xfrm>
          <a:prstGeom prst="rect">
            <a:avLst/>
          </a:prstGeom>
          <a:solidFill>
            <a:srgbClr val="60A4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01641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96A2B9D-C992-9821-4C2F-AC65226C7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054" y="358198"/>
            <a:ext cx="10515600" cy="1325563"/>
          </a:xfrm>
        </p:spPr>
        <p:txBody>
          <a:bodyPr/>
          <a:lstStyle/>
          <a:p>
            <a:r>
              <a:rPr lang="nb-NO" dirty="0"/>
              <a:t>Litt om Java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F9CC4A0-3F7C-3D46-94D2-25F8664C0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4054" y="1683761"/>
            <a:ext cx="10515600" cy="4351338"/>
          </a:xfrm>
        </p:spPr>
        <p:txBody>
          <a:bodyPr>
            <a:normAutofit/>
          </a:bodyPr>
          <a:lstStyle/>
          <a:p>
            <a:r>
              <a:rPr lang="nb-NO" dirty="0" err="1"/>
              <a:t>Modifiers</a:t>
            </a:r>
            <a:endParaRPr lang="nb-NO" dirty="0"/>
          </a:p>
          <a:p>
            <a:r>
              <a:rPr lang="nb-NO" dirty="0"/>
              <a:t>Datatyper</a:t>
            </a:r>
          </a:p>
          <a:p>
            <a:r>
              <a:rPr lang="nb-NO" dirty="0"/>
              <a:t>Argumenter</a:t>
            </a:r>
          </a:p>
          <a:p>
            <a:r>
              <a:rPr lang="nb-NO" dirty="0"/>
              <a:t>Collections</a:t>
            </a:r>
          </a:p>
          <a:p>
            <a:pPr lvl="1"/>
            <a:r>
              <a:rPr lang="nb-NO" dirty="0"/>
              <a:t>Collection</a:t>
            </a:r>
          </a:p>
          <a:p>
            <a:pPr lvl="1"/>
            <a:r>
              <a:rPr lang="nb-NO" dirty="0"/>
              <a:t>List</a:t>
            </a:r>
          </a:p>
          <a:p>
            <a:pPr lvl="1"/>
            <a:r>
              <a:rPr lang="nb-NO" dirty="0" err="1"/>
              <a:t>ArrayList</a:t>
            </a:r>
            <a:endParaRPr lang="nb-NO" dirty="0"/>
          </a:p>
          <a:p>
            <a:pPr lvl="1"/>
            <a:r>
              <a:rPr lang="nb-NO" dirty="0" err="1"/>
              <a:t>HashMap</a:t>
            </a:r>
            <a:endParaRPr lang="nb-NO" dirty="0"/>
          </a:p>
          <a:p>
            <a:r>
              <a:rPr lang="nb-NO" dirty="0"/>
              <a:t>Sammenligning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B7F7A737-C638-548E-6BB5-4A14627AFF1A}"/>
              </a:ext>
            </a:extLst>
          </p:cNvPr>
          <p:cNvSpPr/>
          <p:nvPr/>
        </p:nvSpPr>
        <p:spPr>
          <a:xfrm>
            <a:off x="0" y="0"/>
            <a:ext cx="1184564" cy="6858000"/>
          </a:xfrm>
          <a:prstGeom prst="rect">
            <a:avLst/>
          </a:prstGeom>
          <a:solidFill>
            <a:srgbClr val="60A4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48356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C4FB527-5453-5A9A-11E2-695FE331D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AE64FDC8-FAE4-BFDF-49BD-0C352684E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9" name="Bilde 8">
            <a:extLst>
              <a:ext uri="{FF2B5EF4-FFF2-40B4-BE49-F238E27FC236}">
                <a16:creationId xmlns:a16="http://schemas.microsoft.com/office/drawing/2014/main" id="{E53515DB-1C0B-5CF0-3EBE-1E9674CA8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949" y="0"/>
            <a:ext cx="88061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828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96A2B9D-C992-9821-4C2F-AC65226C7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054" y="358198"/>
            <a:ext cx="10515600" cy="1325563"/>
          </a:xfrm>
        </p:spPr>
        <p:txBody>
          <a:bodyPr/>
          <a:lstStyle/>
          <a:p>
            <a:r>
              <a:rPr lang="nb-NO" dirty="0"/>
              <a:t>Litt om Java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F9CC4A0-3F7C-3D46-94D2-25F8664C0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4054" y="1683761"/>
            <a:ext cx="10515600" cy="4351338"/>
          </a:xfrm>
        </p:spPr>
        <p:txBody>
          <a:bodyPr>
            <a:normAutofit/>
          </a:bodyPr>
          <a:lstStyle/>
          <a:p>
            <a:r>
              <a:rPr lang="nb-NO" dirty="0" err="1"/>
              <a:t>Modifiers</a:t>
            </a:r>
            <a:endParaRPr lang="nb-NO" dirty="0"/>
          </a:p>
          <a:p>
            <a:r>
              <a:rPr lang="nb-NO" dirty="0"/>
              <a:t>Argumenter</a:t>
            </a:r>
          </a:p>
          <a:p>
            <a:r>
              <a:rPr lang="nb-NO" dirty="0"/>
              <a:t>Datatyper</a:t>
            </a:r>
          </a:p>
          <a:p>
            <a:r>
              <a:rPr lang="nb-NO" dirty="0"/>
              <a:t>Collections</a:t>
            </a:r>
          </a:p>
          <a:p>
            <a:r>
              <a:rPr lang="nb-NO" dirty="0"/>
              <a:t>Sammenligning</a:t>
            </a:r>
          </a:p>
          <a:p>
            <a:pPr lvl="1"/>
            <a:r>
              <a:rPr lang="nb-NO" dirty="0"/>
              <a:t>== </a:t>
            </a:r>
            <a:r>
              <a:rPr lang="nb-NO" dirty="0" err="1"/>
              <a:t>vs</a:t>
            </a:r>
            <a:r>
              <a:rPr lang="nb-NO" dirty="0"/>
              <a:t> .</a:t>
            </a:r>
            <a:r>
              <a:rPr lang="nb-NO" dirty="0" err="1"/>
              <a:t>equals</a:t>
            </a:r>
            <a:r>
              <a:rPr lang="nb-NO" dirty="0"/>
              <a:t>()</a:t>
            </a:r>
          </a:p>
          <a:p>
            <a:pPr lvl="1"/>
            <a:r>
              <a:rPr lang="nb-NO" dirty="0"/>
              <a:t>== sammenligner plassering i minne</a:t>
            </a:r>
          </a:p>
          <a:p>
            <a:pPr lvl="1"/>
            <a:r>
              <a:rPr lang="nb-NO" dirty="0"/>
              <a:t>.</a:t>
            </a:r>
            <a:r>
              <a:rPr lang="nb-NO" dirty="0" err="1"/>
              <a:t>equals</a:t>
            </a:r>
            <a:r>
              <a:rPr lang="nb-NO" dirty="0"/>
              <a:t>() sammenligner verdi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B7F7A737-C638-548E-6BB5-4A14627AFF1A}"/>
              </a:ext>
            </a:extLst>
          </p:cNvPr>
          <p:cNvSpPr/>
          <p:nvPr/>
        </p:nvSpPr>
        <p:spPr>
          <a:xfrm>
            <a:off x="0" y="0"/>
            <a:ext cx="1184564" cy="6858000"/>
          </a:xfrm>
          <a:prstGeom prst="rect">
            <a:avLst/>
          </a:prstGeom>
          <a:solidFill>
            <a:srgbClr val="60A4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29384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260F3E5-DE8E-7A31-A546-B0D904D3D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363" y="250031"/>
            <a:ext cx="10515600" cy="1325563"/>
          </a:xfrm>
        </p:spPr>
        <p:txBody>
          <a:bodyPr/>
          <a:lstStyle/>
          <a:p>
            <a:r>
              <a:rPr lang="nb-NO" dirty="0"/>
              <a:t>Grensesnitt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83BDB20-A58C-9301-81F4-36E0DBCB3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9363" y="1575594"/>
            <a:ext cx="10515600" cy="4351338"/>
          </a:xfrm>
        </p:spPr>
        <p:txBody>
          <a:bodyPr/>
          <a:lstStyle/>
          <a:p>
            <a:r>
              <a:rPr lang="nb-NO" dirty="0"/>
              <a:t>Ble postet på </a:t>
            </a:r>
            <a:r>
              <a:rPr lang="nb-NO" dirty="0" err="1"/>
              <a:t>Blackboard</a:t>
            </a:r>
            <a:r>
              <a:rPr lang="nb-NO" dirty="0"/>
              <a:t> at mange oppgaver vil forholde seg til </a:t>
            </a:r>
            <a:r>
              <a:rPr lang="nb-NO" dirty="0" err="1"/>
              <a:t>interface</a:t>
            </a:r>
            <a:r>
              <a:rPr lang="nb-NO" dirty="0"/>
              <a:t> (grensesnitt)</a:t>
            </a:r>
          </a:p>
          <a:p>
            <a:pPr lvl="1"/>
            <a:r>
              <a:rPr lang="nb-NO" dirty="0"/>
              <a:t>Hva kan dette bety?</a:t>
            </a:r>
          </a:p>
          <a:p>
            <a:r>
              <a:rPr lang="nb-NO" dirty="0"/>
              <a:t>«Et grensesnitt er en helt abstrakt klasse som brukes til å relatere metoder med lignende objekter»</a:t>
            </a:r>
          </a:p>
          <a:p>
            <a:pPr lvl="1"/>
            <a:r>
              <a:rPr lang="nb-NO" dirty="0"/>
              <a:t>Definerer et sett med metoder</a:t>
            </a:r>
          </a:p>
          <a:p>
            <a:pPr lvl="1"/>
            <a:r>
              <a:rPr lang="nb-NO" dirty="0"/>
              <a:t>Kan ikke </a:t>
            </a:r>
            <a:r>
              <a:rPr lang="nb-NO" dirty="0" err="1"/>
              <a:t>instanseres</a:t>
            </a:r>
            <a:endParaRPr lang="nb-NO" dirty="0"/>
          </a:p>
          <a:p>
            <a:pPr lvl="1"/>
            <a:r>
              <a:rPr lang="nb-NO" dirty="0"/>
              <a:t>Uttrykkes gjennom andre klasser som implementerer grensesnittet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ED22C5B2-9CD1-3E00-DAAE-3F56298E7B44}"/>
              </a:ext>
            </a:extLst>
          </p:cNvPr>
          <p:cNvSpPr/>
          <p:nvPr/>
        </p:nvSpPr>
        <p:spPr>
          <a:xfrm>
            <a:off x="0" y="0"/>
            <a:ext cx="1184564" cy="6858000"/>
          </a:xfrm>
          <a:prstGeom prst="rect">
            <a:avLst/>
          </a:prstGeom>
          <a:solidFill>
            <a:srgbClr val="60A4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93305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90840EF-7D9B-0E91-1EB0-53C5F56F4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145" y="250031"/>
            <a:ext cx="10515600" cy="1325563"/>
          </a:xfrm>
        </p:spPr>
        <p:txBody>
          <a:bodyPr/>
          <a:lstStyle/>
          <a:p>
            <a:r>
              <a:rPr lang="nb-NO" dirty="0"/>
              <a:t>Funksjonelle grensesnitt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1461BA4-9196-A443-A2E9-B5A2535FE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0145" y="1575594"/>
            <a:ext cx="10515600" cy="4351338"/>
          </a:xfrm>
        </p:spPr>
        <p:txBody>
          <a:bodyPr>
            <a:normAutofit/>
          </a:bodyPr>
          <a:lstStyle/>
          <a:p>
            <a:r>
              <a:rPr lang="nb-NO" dirty="0" err="1"/>
              <a:t>Comparator</a:t>
            </a:r>
            <a:r>
              <a:rPr lang="nb-NO" dirty="0"/>
              <a:t>/</a:t>
            </a:r>
            <a:r>
              <a:rPr lang="nb-NO" dirty="0" err="1"/>
              <a:t>Comparable</a:t>
            </a:r>
            <a:endParaRPr lang="nb-NO" dirty="0"/>
          </a:p>
          <a:p>
            <a:pPr lvl="1"/>
            <a:r>
              <a:rPr lang="nb-NO" dirty="0"/>
              <a:t>Hvordan sortere «hjemmelagde» objekter?</a:t>
            </a:r>
          </a:p>
          <a:p>
            <a:pPr lvl="1"/>
            <a:r>
              <a:rPr lang="nb-NO" dirty="0" err="1"/>
              <a:t>Comparable</a:t>
            </a:r>
            <a:r>
              <a:rPr lang="nb-NO" dirty="0"/>
              <a:t>: Implementeres internt</a:t>
            </a:r>
          </a:p>
          <a:p>
            <a:pPr lvl="1"/>
            <a:r>
              <a:rPr lang="nb-NO" dirty="0" err="1"/>
              <a:t>Comparator</a:t>
            </a:r>
            <a:r>
              <a:rPr lang="nb-NO" dirty="0"/>
              <a:t>: Implementeres eksternt</a:t>
            </a:r>
          </a:p>
          <a:p>
            <a:pPr lvl="1"/>
            <a:r>
              <a:rPr lang="nb-NO" dirty="0"/>
              <a:t>Eksempel: </a:t>
            </a:r>
          </a:p>
          <a:p>
            <a:pPr lvl="2"/>
            <a:r>
              <a:rPr lang="nb-NO" dirty="0"/>
              <a:t>Movie (</a:t>
            </a:r>
            <a:r>
              <a:rPr lang="nb-NO" dirty="0" err="1"/>
              <a:t>Comparable</a:t>
            </a:r>
            <a:r>
              <a:rPr lang="nb-NO" dirty="0"/>
              <a:t>)</a:t>
            </a:r>
          </a:p>
          <a:p>
            <a:pPr lvl="2"/>
            <a:r>
              <a:rPr lang="nb-NO" dirty="0"/>
              <a:t>V2022 Basketballoppgave (</a:t>
            </a:r>
            <a:r>
              <a:rPr lang="nb-NO" dirty="0" err="1"/>
              <a:t>Comparator</a:t>
            </a:r>
            <a:r>
              <a:rPr lang="nb-NO" dirty="0"/>
              <a:t>)</a:t>
            </a:r>
          </a:p>
          <a:p>
            <a:r>
              <a:rPr lang="nb-NO" dirty="0" err="1"/>
              <a:t>Iterator</a:t>
            </a:r>
            <a:r>
              <a:rPr lang="nb-NO" dirty="0"/>
              <a:t>/</a:t>
            </a:r>
            <a:r>
              <a:rPr lang="nb-NO" dirty="0" err="1"/>
              <a:t>Iterable</a:t>
            </a:r>
            <a:endParaRPr lang="nb-NO" dirty="0"/>
          </a:p>
          <a:p>
            <a:r>
              <a:rPr lang="nb-NO" dirty="0" err="1"/>
              <a:t>Predicate</a:t>
            </a:r>
            <a:endParaRPr lang="nb-NO" dirty="0"/>
          </a:p>
          <a:p>
            <a:r>
              <a:rPr lang="nb-NO" dirty="0"/>
              <a:t>Andre funksjonelle grensesnitt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E2293536-96D0-54AD-43E8-77652419B81B}"/>
              </a:ext>
            </a:extLst>
          </p:cNvPr>
          <p:cNvSpPr/>
          <p:nvPr/>
        </p:nvSpPr>
        <p:spPr>
          <a:xfrm>
            <a:off x="0" y="0"/>
            <a:ext cx="1184564" cy="6858000"/>
          </a:xfrm>
          <a:prstGeom prst="rect">
            <a:avLst/>
          </a:prstGeom>
          <a:solidFill>
            <a:srgbClr val="60A4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11954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90840EF-7D9B-0E91-1EB0-53C5F56F4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145" y="250031"/>
            <a:ext cx="10515600" cy="1325563"/>
          </a:xfrm>
        </p:spPr>
        <p:txBody>
          <a:bodyPr/>
          <a:lstStyle/>
          <a:p>
            <a:r>
              <a:rPr lang="nb-NO" dirty="0" err="1"/>
              <a:t>Iterator</a:t>
            </a:r>
            <a:r>
              <a:rPr lang="nb-NO" dirty="0"/>
              <a:t>/</a:t>
            </a:r>
            <a:r>
              <a:rPr lang="nb-NO" dirty="0" err="1"/>
              <a:t>Iterable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1461BA4-9196-A443-A2E9-B5A2535FE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0145" y="1575594"/>
            <a:ext cx="10515600" cy="4351338"/>
          </a:xfrm>
        </p:spPr>
        <p:txBody>
          <a:bodyPr/>
          <a:lstStyle/>
          <a:p>
            <a:r>
              <a:rPr lang="nb-NO" dirty="0" err="1"/>
              <a:t>Iterable</a:t>
            </a:r>
            <a:r>
              <a:rPr lang="nb-NO" dirty="0"/>
              <a:t>: Noe som kan itereres over</a:t>
            </a:r>
          </a:p>
          <a:p>
            <a:pPr lvl="1"/>
            <a:r>
              <a:rPr lang="nb-NO" dirty="0"/>
              <a:t>Kan transformeres til en </a:t>
            </a:r>
            <a:r>
              <a:rPr lang="nb-NO" dirty="0" err="1"/>
              <a:t>iterator</a:t>
            </a:r>
            <a:endParaRPr lang="nb-NO" dirty="0"/>
          </a:p>
          <a:p>
            <a:pPr lvl="1"/>
            <a:r>
              <a:rPr lang="nb-NO" dirty="0"/>
              <a:t>.</a:t>
            </a:r>
            <a:r>
              <a:rPr lang="nb-NO" dirty="0" err="1"/>
              <a:t>iterator</a:t>
            </a:r>
            <a:r>
              <a:rPr lang="nb-NO" dirty="0"/>
              <a:t>()</a:t>
            </a:r>
          </a:p>
          <a:p>
            <a:r>
              <a:rPr lang="nb-NO" dirty="0" err="1"/>
              <a:t>Iterator</a:t>
            </a:r>
            <a:r>
              <a:rPr lang="nb-NO" dirty="0"/>
              <a:t>: En </a:t>
            </a:r>
            <a:r>
              <a:rPr lang="nb-NO" dirty="0" err="1"/>
              <a:t>iterable</a:t>
            </a:r>
            <a:r>
              <a:rPr lang="nb-NO" dirty="0"/>
              <a:t> i en tilstand der den kan itereres over</a:t>
            </a:r>
          </a:p>
          <a:p>
            <a:pPr lvl="1"/>
            <a:r>
              <a:rPr lang="nb-NO" dirty="0"/>
              <a:t>.</a:t>
            </a:r>
            <a:r>
              <a:rPr lang="nb-NO" dirty="0" err="1"/>
              <a:t>next</a:t>
            </a:r>
            <a:r>
              <a:rPr lang="nb-NO" dirty="0"/>
              <a:t>() – Returnerer det neste elementet</a:t>
            </a:r>
          </a:p>
          <a:p>
            <a:pPr lvl="1"/>
            <a:r>
              <a:rPr lang="nb-NO" dirty="0"/>
              <a:t>.</a:t>
            </a:r>
            <a:r>
              <a:rPr lang="nb-NO" dirty="0" err="1"/>
              <a:t>hasNext</a:t>
            </a:r>
            <a:r>
              <a:rPr lang="nb-NO" dirty="0"/>
              <a:t>() – </a:t>
            </a:r>
            <a:r>
              <a:rPr lang="nb-NO" dirty="0" err="1"/>
              <a:t>Boolean</a:t>
            </a:r>
            <a:endParaRPr lang="nb-NO" dirty="0"/>
          </a:p>
          <a:p>
            <a:r>
              <a:rPr lang="nb-NO" dirty="0"/>
              <a:t>Vi ser på et eksempel…</a:t>
            </a:r>
          </a:p>
          <a:p>
            <a:pPr lvl="1"/>
            <a:r>
              <a:rPr lang="nb-NO" dirty="0"/>
              <a:t>Kont 2022 del 1 (a, b og c)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E2293536-96D0-54AD-43E8-77652419B81B}"/>
              </a:ext>
            </a:extLst>
          </p:cNvPr>
          <p:cNvSpPr/>
          <p:nvPr/>
        </p:nvSpPr>
        <p:spPr>
          <a:xfrm>
            <a:off x="0" y="0"/>
            <a:ext cx="1184564" cy="6858000"/>
          </a:xfrm>
          <a:prstGeom prst="rect">
            <a:avLst/>
          </a:prstGeom>
          <a:solidFill>
            <a:srgbClr val="60A4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013963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90840EF-7D9B-0E91-1EB0-53C5F56F4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145" y="250031"/>
            <a:ext cx="10515600" cy="1325563"/>
          </a:xfrm>
        </p:spPr>
        <p:txBody>
          <a:bodyPr/>
          <a:lstStyle/>
          <a:p>
            <a:r>
              <a:rPr lang="nb-NO" dirty="0"/>
              <a:t>Funksjonelle grensesnitt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1461BA4-9196-A443-A2E9-B5A2535FE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0145" y="1575594"/>
            <a:ext cx="10515600" cy="4351338"/>
          </a:xfrm>
        </p:spPr>
        <p:txBody>
          <a:bodyPr/>
          <a:lstStyle/>
          <a:p>
            <a:r>
              <a:rPr lang="nb-NO" dirty="0" err="1"/>
              <a:t>Comparator</a:t>
            </a:r>
            <a:r>
              <a:rPr lang="nb-NO" dirty="0"/>
              <a:t>/</a:t>
            </a:r>
            <a:r>
              <a:rPr lang="nb-NO" dirty="0" err="1"/>
              <a:t>Comparable</a:t>
            </a:r>
            <a:endParaRPr lang="nb-NO" dirty="0"/>
          </a:p>
          <a:p>
            <a:r>
              <a:rPr lang="nb-NO" dirty="0" err="1"/>
              <a:t>Iterator</a:t>
            </a:r>
            <a:r>
              <a:rPr lang="nb-NO" dirty="0"/>
              <a:t>/</a:t>
            </a:r>
            <a:r>
              <a:rPr lang="nb-NO" dirty="0" err="1"/>
              <a:t>Iterable</a:t>
            </a:r>
            <a:endParaRPr lang="nb-NO" dirty="0"/>
          </a:p>
          <a:p>
            <a:r>
              <a:rPr lang="nb-NO" dirty="0" err="1"/>
              <a:t>Predicate</a:t>
            </a:r>
            <a:endParaRPr lang="nb-NO" dirty="0"/>
          </a:p>
          <a:p>
            <a:pPr lvl="1"/>
            <a:r>
              <a:rPr lang="nb-NO" dirty="0"/>
              <a:t>Tar inn et element og returnerer en boolsk verdi</a:t>
            </a:r>
          </a:p>
          <a:p>
            <a:pPr lvl="1"/>
            <a:r>
              <a:rPr lang="nb-NO" dirty="0"/>
              <a:t>Brukes gjerne til å teste om et element oppfyller spesifikke krav</a:t>
            </a:r>
          </a:p>
          <a:p>
            <a:pPr lvl="1"/>
            <a:r>
              <a:rPr lang="nb-NO" dirty="0"/>
              <a:t>.test()</a:t>
            </a:r>
          </a:p>
          <a:p>
            <a:pPr lvl="1"/>
            <a:r>
              <a:rPr lang="nb-NO" dirty="0"/>
              <a:t>Vi ser på et eksempel…</a:t>
            </a:r>
          </a:p>
          <a:p>
            <a:pPr lvl="2"/>
            <a:r>
              <a:rPr lang="nb-NO" dirty="0" err="1"/>
              <a:t>MovieDatabase</a:t>
            </a:r>
            <a:r>
              <a:rPr lang="nb-NO" dirty="0"/>
              <a:t> Kont 2020</a:t>
            </a:r>
          </a:p>
          <a:p>
            <a:r>
              <a:rPr lang="nb-NO" dirty="0"/>
              <a:t>Andre funksjonelle grensesnitt</a:t>
            </a:r>
          </a:p>
          <a:p>
            <a:pPr lvl="1"/>
            <a:endParaRPr lang="nb-NO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E2293536-96D0-54AD-43E8-77652419B81B}"/>
              </a:ext>
            </a:extLst>
          </p:cNvPr>
          <p:cNvSpPr/>
          <p:nvPr/>
        </p:nvSpPr>
        <p:spPr>
          <a:xfrm>
            <a:off x="0" y="0"/>
            <a:ext cx="1184564" cy="6858000"/>
          </a:xfrm>
          <a:prstGeom prst="rect">
            <a:avLst/>
          </a:prstGeom>
          <a:solidFill>
            <a:srgbClr val="60A4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108338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90840EF-7D9B-0E91-1EB0-53C5F56F4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145" y="250031"/>
            <a:ext cx="10515600" cy="1325563"/>
          </a:xfrm>
        </p:spPr>
        <p:txBody>
          <a:bodyPr/>
          <a:lstStyle/>
          <a:p>
            <a:r>
              <a:rPr lang="nb-NO" dirty="0"/>
              <a:t>Funksjonelle grensesnitt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1461BA4-9196-A443-A2E9-B5A2535FE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0145" y="1575594"/>
            <a:ext cx="10515600" cy="4351338"/>
          </a:xfrm>
        </p:spPr>
        <p:txBody>
          <a:bodyPr/>
          <a:lstStyle/>
          <a:p>
            <a:r>
              <a:rPr lang="nb-NO" dirty="0" err="1"/>
              <a:t>Comparator</a:t>
            </a:r>
            <a:r>
              <a:rPr lang="nb-NO" dirty="0"/>
              <a:t>/</a:t>
            </a:r>
            <a:r>
              <a:rPr lang="nb-NO" dirty="0" err="1"/>
              <a:t>Comparable</a:t>
            </a:r>
            <a:endParaRPr lang="nb-NO" dirty="0"/>
          </a:p>
          <a:p>
            <a:r>
              <a:rPr lang="nb-NO" dirty="0" err="1"/>
              <a:t>Iterator</a:t>
            </a:r>
            <a:r>
              <a:rPr lang="nb-NO" dirty="0"/>
              <a:t>/</a:t>
            </a:r>
            <a:r>
              <a:rPr lang="nb-NO" dirty="0" err="1"/>
              <a:t>Iterable</a:t>
            </a:r>
            <a:endParaRPr lang="nb-NO" dirty="0"/>
          </a:p>
          <a:p>
            <a:r>
              <a:rPr lang="nb-NO" dirty="0" err="1"/>
              <a:t>Predicate</a:t>
            </a:r>
            <a:endParaRPr lang="nb-NO" dirty="0"/>
          </a:p>
          <a:p>
            <a:r>
              <a:rPr lang="nb-NO" dirty="0"/>
              <a:t>Andre funksjonelle grensesnitt</a:t>
            </a:r>
          </a:p>
          <a:p>
            <a:pPr lvl="1"/>
            <a:r>
              <a:rPr lang="nb-NO" dirty="0" err="1"/>
              <a:t>BinaryOperator</a:t>
            </a:r>
            <a:r>
              <a:rPr lang="nb-NO" dirty="0"/>
              <a:t>, </a:t>
            </a:r>
            <a:r>
              <a:rPr lang="nb-NO" dirty="0" err="1"/>
              <a:t>UnaryOperator</a:t>
            </a:r>
            <a:r>
              <a:rPr lang="nb-NO" dirty="0"/>
              <a:t>, </a:t>
            </a:r>
            <a:r>
              <a:rPr lang="nb-NO" dirty="0" err="1"/>
              <a:t>Function</a:t>
            </a:r>
            <a:r>
              <a:rPr lang="nb-NO" dirty="0"/>
              <a:t>…</a:t>
            </a:r>
          </a:p>
          <a:p>
            <a:pPr lvl="1"/>
            <a:endParaRPr lang="nb-NO" dirty="0"/>
          </a:p>
          <a:p>
            <a:pPr lvl="1"/>
            <a:endParaRPr lang="nb-NO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E2293536-96D0-54AD-43E8-77652419B81B}"/>
              </a:ext>
            </a:extLst>
          </p:cNvPr>
          <p:cNvSpPr/>
          <p:nvPr/>
        </p:nvSpPr>
        <p:spPr>
          <a:xfrm>
            <a:off x="0" y="0"/>
            <a:ext cx="1184564" cy="6858000"/>
          </a:xfrm>
          <a:prstGeom prst="rect">
            <a:avLst/>
          </a:prstGeom>
          <a:solidFill>
            <a:srgbClr val="60A4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719799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9639372-1463-FAAE-4026-2829EDF74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7909" y="288925"/>
            <a:ext cx="10515600" cy="1325563"/>
          </a:xfrm>
        </p:spPr>
        <p:txBody>
          <a:bodyPr/>
          <a:lstStyle/>
          <a:p>
            <a:r>
              <a:rPr lang="nb-NO" dirty="0" err="1"/>
              <a:t>Streams</a:t>
            </a:r>
            <a:endParaRPr lang="nb-NO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FFC358-7779-A502-ED21-C029ACDEBC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27909" y="1429822"/>
            <a:ext cx="10564091" cy="54784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nb-NO" altLang="nb-NO" dirty="0" err="1"/>
              <a:t>Streams</a:t>
            </a:r>
            <a:r>
              <a:rPr lang="nb-NO" altLang="nb-NO" dirty="0"/>
              <a:t> er et verktøy for å behandle et og et objekt i en samling av gangen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nb-NO" altLang="nb-NO" b="0" i="0" u="none" strike="noStrike" cap="none" normalizeH="0" baseline="0" dirty="0">
                <a:ln>
                  <a:noFill/>
                </a:ln>
                <a:effectLst/>
              </a:rPr>
              <a:t>Typiske problemer som kan løses med </a:t>
            </a:r>
            <a:r>
              <a:rPr kumimoji="0" lang="nb-NO" altLang="nb-NO" b="0" i="0" u="none" strike="noStrike" cap="none" normalizeH="0" baseline="0" dirty="0" err="1">
                <a:ln>
                  <a:noFill/>
                </a:ln>
                <a:effectLst/>
              </a:rPr>
              <a:t>streams</a:t>
            </a:r>
            <a:r>
              <a:rPr kumimoji="0" lang="nb-NO" altLang="nb-NO" b="0" i="0" u="none" strike="noStrike" cap="none" normalizeH="0" baseline="0" dirty="0">
                <a:ln>
                  <a:noFill/>
                </a:ln>
                <a:effectLst/>
              </a:rPr>
              <a:t>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nb-NO" altLang="nb-NO" dirty="0"/>
              <a:t>Sortering -&gt; .filter()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nb-NO" altLang="nb-NO" b="0" i="0" u="none" strike="noStrike" cap="none" normalizeH="0" baseline="0" dirty="0">
                <a:ln>
                  <a:noFill/>
                </a:ln>
                <a:effectLst/>
              </a:rPr>
              <a:t>Modifisering -&gt; .</a:t>
            </a:r>
            <a:r>
              <a:rPr kumimoji="0" lang="nb-NO" altLang="nb-NO" b="0" i="0" u="none" strike="noStrike" cap="none" normalizeH="0" baseline="0" dirty="0" err="1">
                <a:ln>
                  <a:noFill/>
                </a:ln>
                <a:effectLst/>
              </a:rPr>
              <a:t>map</a:t>
            </a:r>
            <a:r>
              <a:rPr kumimoji="0" lang="nb-NO" altLang="nb-NO" b="0" i="0" u="none" strike="noStrike" cap="none" normalizeH="0" baseline="0" dirty="0">
                <a:ln>
                  <a:noFill/>
                </a:ln>
                <a:effectLst/>
              </a:rPr>
              <a:t>()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nb-NO" altLang="nb-NO" dirty="0"/>
              <a:t>Predikater -&gt; .</a:t>
            </a:r>
            <a:r>
              <a:rPr lang="nb-NO" altLang="nb-NO" dirty="0" err="1"/>
              <a:t>anyMatch</a:t>
            </a:r>
            <a:r>
              <a:rPr lang="nb-NO" altLang="nb-NO" dirty="0"/>
              <a:t>()</a:t>
            </a:r>
            <a:endParaRPr kumimoji="0" lang="nb-NO" altLang="nb-NO" b="0" i="0" u="none" strike="noStrike" cap="none" normalizeH="0" baseline="0" dirty="0">
              <a:ln>
                <a:noFill/>
              </a:ln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nb-NO" altLang="nb-NO" dirty="0"/>
              <a:t>Oppsamling -&gt; .</a:t>
            </a:r>
            <a:r>
              <a:rPr lang="nb-NO" altLang="nb-NO" dirty="0" err="1"/>
              <a:t>collect</a:t>
            </a:r>
            <a:r>
              <a:rPr lang="nb-NO" altLang="nb-NO" dirty="0"/>
              <a:t>(</a:t>
            </a:r>
            <a:r>
              <a:rPr lang="nb-NO" altLang="nb-NO" dirty="0" err="1"/>
              <a:t>Collectors.toList</a:t>
            </a:r>
            <a:r>
              <a:rPr lang="nb-NO" altLang="nb-NO" dirty="0"/>
              <a:t>()) / .</a:t>
            </a:r>
            <a:r>
              <a:rPr lang="nb-NO" altLang="nb-NO" dirty="0" err="1"/>
              <a:t>toList</a:t>
            </a:r>
            <a:r>
              <a:rPr lang="nb-NO" altLang="nb-NO" dirty="0"/>
              <a:t>()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nb-NO" altLang="nb-NO" b="0" i="0" u="none" strike="noStrike" cap="none" normalizeH="0" baseline="0" dirty="0">
                <a:ln>
                  <a:noFill/>
                </a:ln>
                <a:effectLst/>
              </a:rPr>
              <a:t>NB! Forskjell på </a:t>
            </a:r>
            <a:r>
              <a:rPr lang="nb-NO" altLang="nb-NO" dirty="0" err="1"/>
              <a:t>toList</a:t>
            </a:r>
            <a:r>
              <a:rPr lang="nb-NO" altLang="nb-NO" dirty="0"/>
              <a:t>() og .</a:t>
            </a:r>
            <a:r>
              <a:rPr lang="nb-NO" altLang="nb-NO" dirty="0" err="1"/>
              <a:t>collect</a:t>
            </a:r>
            <a:r>
              <a:rPr lang="nb-NO" altLang="nb-NO" dirty="0"/>
              <a:t>(</a:t>
            </a:r>
            <a:r>
              <a:rPr lang="nb-NO" altLang="nb-NO" dirty="0" err="1"/>
              <a:t>Collectors.toList</a:t>
            </a:r>
            <a:r>
              <a:rPr lang="nb-NO" altLang="nb-NO" dirty="0"/>
              <a:t>())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nb-NO" altLang="nb-NO" b="0" i="0" u="none" strike="noStrike" cap="none" normalizeH="0" baseline="0" dirty="0">
                <a:ln>
                  <a:noFill/>
                </a:ln>
                <a:effectLst/>
              </a:rPr>
              <a:t>.</a:t>
            </a:r>
            <a:r>
              <a:rPr kumimoji="0" lang="nb-NO" altLang="nb-NO" b="0" i="0" u="none" strike="noStrike" cap="none" normalizeH="0" baseline="0" dirty="0" err="1">
                <a:ln>
                  <a:noFill/>
                </a:ln>
                <a:effectLst/>
              </a:rPr>
              <a:t>toList</a:t>
            </a:r>
            <a:r>
              <a:rPr kumimoji="0" lang="nb-NO" altLang="nb-NO" b="0" i="0" u="none" strike="noStrike" cap="none" normalizeH="0" baseline="0" dirty="0">
                <a:ln>
                  <a:noFill/>
                </a:ln>
                <a:effectLst/>
              </a:rPr>
              <a:t>()</a:t>
            </a:r>
            <a:r>
              <a:rPr lang="nb-NO" altLang="nb-NO" dirty="0"/>
              <a:t> returnerer en ikke-</a:t>
            </a:r>
            <a:r>
              <a:rPr lang="nb-NO" altLang="nb-NO" dirty="0" err="1"/>
              <a:t>muterbar</a:t>
            </a:r>
            <a:r>
              <a:rPr lang="nb-NO" altLang="nb-NO" dirty="0"/>
              <a:t> liste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nb-NO" altLang="nb-NO" b="0" i="0" u="none" strike="noStrike" cap="none" normalizeH="0" baseline="0" dirty="0">
                <a:ln>
                  <a:noFill/>
                </a:ln>
                <a:effectLst/>
              </a:rPr>
              <a:t>.</a:t>
            </a:r>
            <a:r>
              <a:rPr kumimoji="0" lang="nb-NO" altLang="nb-NO" b="0" i="0" u="none" strike="noStrike" cap="none" normalizeH="0" baseline="0" dirty="0" err="1">
                <a:ln>
                  <a:noFill/>
                </a:ln>
                <a:effectLst/>
              </a:rPr>
              <a:t>collect</a:t>
            </a:r>
            <a:r>
              <a:rPr kumimoji="0" lang="nb-NO" altLang="nb-NO" b="0" i="0" u="none" strike="noStrike" cap="none" normalizeH="0" baseline="0" dirty="0">
                <a:ln>
                  <a:noFill/>
                </a:ln>
                <a:effectLst/>
              </a:rPr>
              <a:t>(</a:t>
            </a:r>
            <a:r>
              <a:rPr kumimoji="0" lang="nb-NO" altLang="nb-NO" b="0" i="0" u="none" strike="noStrike" cap="none" normalizeH="0" baseline="0" dirty="0" err="1">
                <a:ln>
                  <a:noFill/>
                </a:ln>
                <a:effectLst/>
              </a:rPr>
              <a:t>Collectors.toList</a:t>
            </a:r>
            <a:r>
              <a:rPr kumimoji="0" lang="nb-NO" altLang="nb-NO" b="0" i="0" u="none" strike="noStrike" cap="none" normalizeH="0" baseline="0" dirty="0">
                <a:ln>
                  <a:noFill/>
                </a:ln>
                <a:effectLst/>
              </a:rPr>
              <a:t>()) returnerer en </a:t>
            </a:r>
            <a:r>
              <a:rPr kumimoji="0" lang="nb-NO" altLang="nb-NO" b="0" i="0" u="none" strike="noStrike" cap="none" normalizeH="0" baseline="0" dirty="0" err="1">
                <a:ln>
                  <a:noFill/>
                </a:ln>
                <a:effectLst/>
              </a:rPr>
              <a:t>muterbar</a:t>
            </a:r>
            <a:r>
              <a:rPr kumimoji="0" lang="nb-NO" altLang="nb-NO" b="0" i="0" u="none" strike="noStrike" cap="none" normalizeH="0" baseline="0" dirty="0">
                <a:ln>
                  <a:noFill/>
                </a:ln>
                <a:effectLst/>
              </a:rPr>
              <a:t> liste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nb-NO" altLang="nb-NO" dirty="0"/>
              <a:t>Vi ser på noen eksempler…</a:t>
            </a:r>
            <a:endParaRPr kumimoji="0" lang="nb-NO" altLang="nb-NO" b="0" i="0" u="none" strike="noStrike" cap="none" normalizeH="0" baseline="0" dirty="0">
              <a:ln>
                <a:noFill/>
              </a:ln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nb-NO" altLang="nb-NO" dirty="0"/>
              <a:t>Forskjell på .</a:t>
            </a:r>
            <a:r>
              <a:rPr lang="nb-NO" altLang="nb-NO" dirty="0" err="1"/>
              <a:t>toList</a:t>
            </a:r>
            <a:r>
              <a:rPr lang="nb-NO" altLang="nb-NO" dirty="0"/>
              <a:t>() og .</a:t>
            </a:r>
            <a:r>
              <a:rPr lang="nb-NO" altLang="nb-NO" dirty="0" err="1"/>
              <a:t>collect</a:t>
            </a:r>
            <a:r>
              <a:rPr lang="nb-NO" altLang="nb-NO" dirty="0"/>
              <a:t>(…)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nb-NO" altLang="nb-NO" b="0" i="0" u="none" strike="noStrike" cap="none" normalizeH="0" baseline="0" dirty="0">
                <a:ln>
                  <a:noFill/>
                </a:ln>
                <a:effectLst/>
              </a:rPr>
              <a:t>Del 8 V2021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b-NO" altLang="nb-NO" sz="24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F2676C27-5FF2-6C5A-9BAE-6A4B089F541D}"/>
              </a:ext>
            </a:extLst>
          </p:cNvPr>
          <p:cNvSpPr/>
          <p:nvPr/>
        </p:nvSpPr>
        <p:spPr>
          <a:xfrm>
            <a:off x="0" y="0"/>
            <a:ext cx="1184564" cy="6858000"/>
          </a:xfrm>
          <a:prstGeom prst="rect">
            <a:avLst/>
          </a:prstGeom>
          <a:solidFill>
            <a:srgbClr val="60A4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459209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CCD0382-0654-970F-6067-F3A2B661D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727" y="351270"/>
            <a:ext cx="10515600" cy="1325563"/>
          </a:xfrm>
        </p:spPr>
        <p:txBody>
          <a:bodyPr/>
          <a:lstStyle/>
          <a:p>
            <a:r>
              <a:rPr lang="nb-NO" dirty="0"/>
              <a:t>Delegering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BC77CE7-58DF-EFCE-A861-8F936579F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4727" y="1676833"/>
            <a:ext cx="10515600" cy="4351338"/>
          </a:xfrm>
        </p:spPr>
        <p:txBody>
          <a:bodyPr/>
          <a:lstStyle/>
          <a:p>
            <a:r>
              <a:rPr lang="nb-NO" dirty="0"/>
              <a:t>Å overlate en oppgave til en annen del av systemet</a:t>
            </a:r>
          </a:p>
          <a:p>
            <a:pPr lvl="1"/>
            <a:r>
              <a:rPr lang="nb-NO" dirty="0"/>
              <a:t>I TDT4100, gjerne å la en klasse gi oppgaver til andre klasser</a:t>
            </a:r>
          </a:p>
          <a:p>
            <a:r>
              <a:rPr lang="nb-NO" dirty="0"/>
              <a:t>Sentralt i objektorientering</a:t>
            </a:r>
          </a:p>
          <a:p>
            <a:r>
              <a:rPr lang="nb-NO" dirty="0"/>
              <a:t>Del 3 V2021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27C30F79-6E6D-1402-B59C-225F9F9891CA}"/>
              </a:ext>
            </a:extLst>
          </p:cNvPr>
          <p:cNvSpPr/>
          <p:nvPr/>
        </p:nvSpPr>
        <p:spPr>
          <a:xfrm>
            <a:off x="0" y="0"/>
            <a:ext cx="1184564" cy="6858000"/>
          </a:xfrm>
          <a:prstGeom prst="rect">
            <a:avLst/>
          </a:prstGeom>
          <a:solidFill>
            <a:srgbClr val="60A4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96C1E44B-CA61-599D-D956-9B8066535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52502"/>
            <a:ext cx="12192000" cy="280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615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553164E-6335-1FE9-0BCD-C9B4B3518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073" y="337416"/>
            <a:ext cx="10515600" cy="1325563"/>
          </a:xfrm>
        </p:spPr>
        <p:txBody>
          <a:bodyPr/>
          <a:lstStyle/>
          <a:p>
            <a:r>
              <a:rPr lang="nb-NO" dirty="0"/>
              <a:t>Observatør/Observert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23336FE6-4EE5-0C3A-4AD5-04D1FF1F6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073" y="1662979"/>
            <a:ext cx="10515600" cy="4351338"/>
          </a:xfrm>
        </p:spPr>
        <p:txBody>
          <a:bodyPr/>
          <a:lstStyle/>
          <a:p>
            <a:r>
              <a:rPr lang="nb-NO" dirty="0"/>
              <a:t>Når et objekt følger med på oppførselen til et annet objekt</a:t>
            </a:r>
          </a:p>
          <a:p>
            <a:pPr lvl="1"/>
            <a:r>
              <a:rPr lang="nb-NO" dirty="0"/>
              <a:t>Skjer gjerne gjennom et varslingssystem</a:t>
            </a:r>
          </a:p>
          <a:p>
            <a:r>
              <a:rPr lang="nb-NO" dirty="0"/>
              <a:t>Sentralt i objektorientering</a:t>
            </a:r>
          </a:p>
          <a:p>
            <a:r>
              <a:rPr lang="nb-NO" dirty="0"/>
              <a:t>Del 5 V2021</a:t>
            </a:r>
          </a:p>
          <a:p>
            <a:r>
              <a:rPr lang="nb-NO" dirty="0"/>
              <a:t>Del 5 K2021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5B6C1E6A-ED56-43B6-B392-47FD11ABA4EC}"/>
              </a:ext>
            </a:extLst>
          </p:cNvPr>
          <p:cNvSpPr/>
          <p:nvPr/>
        </p:nvSpPr>
        <p:spPr>
          <a:xfrm>
            <a:off x="0" y="0"/>
            <a:ext cx="1184564" cy="6858000"/>
          </a:xfrm>
          <a:prstGeom prst="rect">
            <a:avLst/>
          </a:prstGeom>
          <a:solidFill>
            <a:srgbClr val="60A4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9509B89C-09F6-3682-B654-C14FEF34C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0106891" y="0"/>
            <a:ext cx="2085109" cy="2085109"/>
          </a:xfrm>
          <a:prstGeom prst="rect">
            <a:avLst/>
          </a:prstGeom>
        </p:spPr>
      </p:pic>
      <p:pic>
        <p:nvPicPr>
          <p:cNvPr id="7" name="Bilde 6">
            <a:extLst>
              <a:ext uri="{FF2B5EF4-FFF2-40B4-BE49-F238E27FC236}">
                <a16:creationId xmlns:a16="http://schemas.microsoft.com/office/drawing/2014/main" id="{7D180FA3-CF69-2C1B-F2FF-27FDA7BEDE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58402"/>
            <a:ext cx="12192000" cy="2517450"/>
          </a:xfrm>
          <a:prstGeom prst="rect">
            <a:avLst/>
          </a:prstGeom>
        </p:spPr>
      </p:pic>
      <p:pic>
        <p:nvPicPr>
          <p:cNvPr id="9" name="Bilde 8">
            <a:extLst>
              <a:ext uri="{FF2B5EF4-FFF2-40B4-BE49-F238E27FC236}">
                <a16:creationId xmlns:a16="http://schemas.microsoft.com/office/drawing/2014/main" id="{4A3ADC93-1D29-B1A1-1C3F-7EBCB2D6B4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944663"/>
            <a:ext cx="12192000" cy="294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378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8409DA2-B3A9-AA81-6516-9E176F1CB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145" y="250031"/>
            <a:ext cx="10515600" cy="1325563"/>
          </a:xfrm>
        </p:spPr>
        <p:txBody>
          <a:bodyPr/>
          <a:lstStyle/>
          <a:p>
            <a:r>
              <a:rPr lang="nb-NO" dirty="0"/>
              <a:t>Arv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6BEF706-65C2-E6BA-69D9-B85C54992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0145" y="1575594"/>
            <a:ext cx="10515600" cy="4351338"/>
          </a:xfrm>
        </p:spPr>
        <p:txBody>
          <a:bodyPr/>
          <a:lstStyle/>
          <a:p>
            <a:r>
              <a:rPr lang="nb-NO" dirty="0"/>
              <a:t>Nyttig dersom man har flere lignende klasser</a:t>
            </a:r>
          </a:p>
          <a:p>
            <a:pPr lvl="1"/>
            <a:r>
              <a:rPr lang="nb-NO" dirty="0"/>
              <a:t>En generell klasse </a:t>
            </a:r>
            <a:r>
              <a:rPr lang="nb-NO" dirty="0" err="1"/>
              <a:t>X</a:t>
            </a:r>
            <a:r>
              <a:rPr lang="nb-NO" dirty="0"/>
              <a:t> som arves fra</a:t>
            </a:r>
          </a:p>
          <a:p>
            <a:pPr lvl="1"/>
            <a:r>
              <a:rPr lang="nb-NO" dirty="0"/>
              <a:t>Spesialiseringer av </a:t>
            </a:r>
            <a:r>
              <a:rPr lang="nb-NO" dirty="0" err="1"/>
              <a:t>X</a:t>
            </a:r>
            <a:r>
              <a:rPr lang="nb-NO" dirty="0"/>
              <a:t> som legger til individuell funksjonalitet</a:t>
            </a:r>
          </a:p>
          <a:p>
            <a:r>
              <a:rPr lang="nb-NO" dirty="0" err="1"/>
              <a:t>Protected</a:t>
            </a:r>
            <a:r>
              <a:rPr lang="nb-NO" dirty="0"/>
              <a:t> </a:t>
            </a:r>
            <a:r>
              <a:rPr lang="nb-NO" dirty="0" err="1"/>
              <a:t>modifikator</a:t>
            </a:r>
            <a:endParaRPr lang="nb-NO" dirty="0"/>
          </a:p>
          <a:p>
            <a:r>
              <a:rPr lang="nb-NO" dirty="0"/>
              <a:t>«Super»</a:t>
            </a:r>
          </a:p>
          <a:p>
            <a:r>
              <a:rPr lang="nb-NO" dirty="0"/>
              <a:t>Del 6 V2021</a:t>
            </a:r>
          </a:p>
          <a:p>
            <a:r>
              <a:rPr lang="nb-NO" dirty="0"/>
              <a:t>Del 6 K2021</a:t>
            </a:r>
          </a:p>
          <a:p>
            <a:endParaRPr lang="nb-NO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905CDE0B-69B0-4022-3ECA-05D1D6E90B82}"/>
              </a:ext>
            </a:extLst>
          </p:cNvPr>
          <p:cNvSpPr/>
          <p:nvPr/>
        </p:nvSpPr>
        <p:spPr>
          <a:xfrm>
            <a:off x="0" y="0"/>
            <a:ext cx="1184564" cy="6858000"/>
          </a:xfrm>
          <a:prstGeom prst="rect">
            <a:avLst/>
          </a:prstGeom>
          <a:solidFill>
            <a:srgbClr val="60A4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AFA41BFB-7B27-4EB2-936C-4E50BC1C7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80696"/>
            <a:ext cx="12192000" cy="1373407"/>
          </a:xfrm>
          <a:prstGeom prst="rect">
            <a:avLst/>
          </a:prstGeom>
        </p:spPr>
      </p:pic>
      <p:pic>
        <p:nvPicPr>
          <p:cNvPr id="8" name="Bilde 7">
            <a:extLst>
              <a:ext uri="{FF2B5EF4-FFF2-40B4-BE49-F238E27FC236}">
                <a16:creationId xmlns:a16="http://schemas.microsoft.com/office/drawing/2014/main" id="{E82E1509-A330-56B5-9187-480879B82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282406"/>
            <a:ext cx="12192000" cy="110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577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260F3E5-DE8E-7A31-A546-B0D904D3D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363" y="250031"/>
            <a:ext cx="10515600" cy="1325563"/>
          </a:xfrm>
        </p:spPr>
        <p:txBody>
          <a:bodyPr/>
          <a:lstStyle/>
          <a:p>
            <a:r>
              <a:rPr lang="nb-NO" dirty="0"/>
              <a:t>Filbehandling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83BDB20-A58C-9301-81F4-36E0DBCB3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9363" y="1575594"/>
            <a:ext cx="10515600" cy="4351338"/>
          </a:xfrm>
        </p:spPr>
        <p:txBody>
          <a:bodyPr/>
          <a:lstStyle/>
          <a:p>
            <a:r>
              <a:rPr lang="nb-NO" dirty="0"/>
              <a:t>Handler om å lese inn fra en strøm eller skrive til en strøm</a:t>
            </a:r>
          </a:p>
          <a:p>
            <a:pPr lvl="1"/>
            <a:r>
              <a:rPr lang="nb-NO" dirty="0" err="1"/>
              <a:t>InputStream</a:t>
            </a:r>
            <a:r>
              <a:rPr lang="nb-NO" dirty="0"/>
              <a:t>/</a:t>
            </a:r>
            <a:r>
              <a:rPr lang="nb-NO" dirty="0" err="1"/>
              <a:t>OutputStream</a:t>
            </a:r>
            <a:endParaRPr lang="nb-NO" dirty="0"/>
          </a:p>
          <a:p>
            <a:r>
              <a:rPr lang="nb-NO" dirty="0"/>
              <a:t>Finnes mange måter å gjøre dette på, men de vanligste er…</a:t>
            </a:r>
          </a:p>
          <a:p>
            <a:pPr lvl="1"/>
            <a:r>
              <a:rPr lang="nb-NO" dirty="0"/>
              <a:t>Reader/Writer</a:t>
            </a:r>
          </a:p>
          <a:p>
            <a:pPr lvl="1"/>
            <a:r>
              <a:rPr lang="nb-NO" dirty="0" err="1"/>
              <a:t>Scanner</a:t>
            </a:r>
            <a:r>
              <a:rPr lang="nb-NO" dirty="0"/>
              <a:t> (Kun lesing)</a:t>
            </a:r>
          </a:p>
          <a:p>
            <a:pPr lvl="1"/>
            <a:r>
              <a:rPr lang="nb-NO" dirty="0"/>
              <a:t>Files</a:t>
            </a:r>
          </a:p>
          <a:p>
            <a:r>
              <a:rPr lang="nb-NO" dirty="0"/>
              <a:t>Del 7 V2021 (</a:t>
            </a:r>
            <a:r>
              <a:rPr lang="nb-NO" dirty="0" err="1"/>
              <a:t>InputStream</a:t>
            </a:r>
            <a:r>
              <a:rPr lang="nb-NO" dirty="0"/>
              <a:t> &amp; </a:t>
            </a:r>
            <a:r>
              <a:rPr lang="nb-NO" dirty="0" err="1"/>
              <a:t>Scanner</a:t>
            </a:r>
            <a:r>
              <a:rPr lang="nb-NO" dirty="0"/>
              <a:t>)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ED22C5B2-9CD1-3E00-DAAE-3F56298E7B44}"/>
              </a:ext>
            </a:extLst>
          </p:cNvPr>
          <p:cNvSpPr/>
          <p:nvPr/>
        </p:nvSpPr>
        <p:spPr>
          <a:xfrm>
            <a:off x="0" y="0"/>
            <a:ext cx="1184564" cy="6858000"/>
          </a:xfrm>
          <a:prstGeom prst="rect">
            <a:avLst/>
          </a:prstGeom>
          <a:solidFill>
            <a:srgbClr val="60A4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7BA21136-3CEF-26FE-4535-C28346C39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9855" y="4433454"/>
            <a:ext cx="2272145" cy="227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8317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4A37AF1-2013-7CDB-D22C-DC63672CA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23561"/>
            <a:ext cx="10515600" cy="1325563"/>
          </a:xfrm>
        </p:spPr>
        <p:txBody>
          <a:bodyPr/>
          <a:lstStyle/>
          <a:p>
            <a:r>
              <a:rPr lang="nb-NO" dirty="0"/>
              <a:t>Testing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466B8F9-94B3-D499-36C8-0C133ACFF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649124"/>
            <a:ext cx="10515600" cy="4351338"/>
          </a:xfrm>
        </p:spPr>
        <p:txBody>
          <a:bodyPr/>
          <a:lstStyle/>
          <a:p>
            <a:r>
              <a:rPr lang="nb-NO" dirty="0"/>
              <a:t>En viktig del av utvikling -&gt; Sørge for at alt fungerer som det skal</a:t>
            </a:r>
          </a:p>
          <a:p>
            <a:pPr lvl="1"/>
            <a:r>
              <a:rPr lang="nb-NO" dirty="0" err="1"/>
              <a:t>Junit</a:t>
            </a:r>
            <a:endParaRPr lang="nb-NO" dirty="0"/>
          </a:p>
          <a:p>
            <a:r>
              <a:rPr lang="nb-NO" dirty="0" err="1"/>
              <a:t>MedianComputerTest</a:t>
            </a:r>
            <a:r>
              <a:rPr lang="nb-NO" dirty="0"/>
              <a:t> V2020</a:t>
            </a:r>
          </a:p>
          <a:p>
            <a:endParaRPr lang="nb-NO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A5AC8AFD-C0D5-B2B5-E70F-57D6F1965BA8}"/>
              </a:ext>
            </a:extLst>
          </p:cNvPr>
          <p:cNvSpPr/>
          <p:nvPr/>
        </p:nvSpPr>
        <p:spPr>
          <a:xfrm>
            <a:off x="0" y="0"/>
            <a:ext cx="1184564" cy="6858000"/>
          </a:xfrm>
          <a:prstGeom prst="rect">
            <a:avLst/>
          </a:prstGeom>
          <a:solidFill>
            <a:srgbClr val="60A4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C43609CD-D3B5-B032-A154-8042BEE67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7473" y="3158836"/>
            <a:ext cx="32004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7326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33E22EB-0EF7-DD20-2CB6-2DC7F9856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259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nb-NO" sz="6000" dirty="0"/>
              <a:t>Spørsmål?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BB274960-AF87-F8A0-6A00-7326664BD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618" y="2036618"/>
            <a:ext cx="4821382" cy="4821382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887578E7-83A7-8DEA-3C3D-32246BB462D7}"/>
              </a:ext>
            </a:extLst>
          </p:cNvPr>
          <p:cNvSpPr/>
          <p:nvPr/>
        </p:nvSpPr>
        <p:spPr>
          <a:xfrm>
            <a:off x="0" y="0"/>
            <a:ext cx="1184564" cy="6858000"/>
          </a:xfrm>
          <a:prstGeom prst="rect">
            <a:avLst/>
          </a:prstGeom>
          <a:solidFill>
            <a:srgbClr val="60A4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397327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8B3FE71-AC69-7702-7478-F24125B88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237" y="210343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nb-NO" sz="6000" dirty="0"/>
              <a:t>Masse lykke til på eksamen!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E71170E-B441-DE19-B493-A53780A25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6237" y="3429000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nb-NO" dirty="0">
                <a:solidFill>
                  <a:schemeClr val="bg2">
                    <a:lumMod val="50000"/>
                  </a:schemeClr>
                </a:solidFill>
              </a:rPr>
              <a:t>Om du har spørsmål, kan du ta kontakt på mail: </a:t>
            </a:r>
            <a:r>
              <a:rPr lang="nb-NO" dirty="0">
                <a:solidFill>
                  <a:schemeClr val="bg2">
                    <a:lumMod val="50000"/>
                  </a:schemeClr>
                </a:solidFill>
                <a:hlinkClick r:id="rId2"/>
              </a:rPr>
              <a:t>torstjo@stud.ntnu.no</a:t>
            </a:r>
            <a:endParaRPr lang="nb-NO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CD3B3264-C239-72D7-337F-5362D7BE0B88}"/>
              </a:ext>
            </a:extLst>
          </p:cNvPr>
          <p:cNvSpPr/>
          <p:nvPr/>
        </p:nvSpPr>
        <p:spPr>
          <a:xfrm>
            <a:off x="0" y="0"/>
            <a:ext cx="1184564" cy="6858000"/>
          </a:xfrm>
          <a:prstGeom prst="rect">
            <a:avLst/>
          </a:prstGeom>
          <a:solidFill>
            <a:srgbClr val="60A4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38E4E87E-4DF5-3C8C-4F25-CE6583301154}"/>
              </a:ext>
            </a:extLst>
          </p:cNvPr>
          <p:cNvSpPr/>
          <p:nvPr/>
        </p:nvSpPr>
        <p:spPr>
          <a:xfrm rot="5400000">
            <a:off x="5503718" y="169718"/>
            <a:ext cx="1184564" cy="12192000"/>
          </a:xfrm>
          <a:prstGeom prst="rect">
            <a:avLst/>
          </a:prstGeom>
          <a:solidFill>
            <a:srgbClr val="60A4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7E76D410-C963-8B8C-7588-1462977FAD00}"/>
              </a:ext>
            </a:extLst>
          </p:cNvPr>
          <p:cNvSpPr/>
          <p:nvPr/>
        </p:nvSpPr>
        <p:spPr>
          <a:xfrm>
            <a:off x="0" y="5673436"/>
            <a:ext cx="1184564" cy="1184564"/>
          </a:xfrm>
          <a:prstGeom prst="rect">
            <a:avLst/>
          </a:prstGeom>
          <a:solidFill>
            <a:srgbClr val="3B6C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4375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2049</TotalTime>
  <Words>1243</Words>
  <Application>Microsoft Office PowerPoint</Application>
  <PresentationFormat>Widescreen</PresentationFormat>
  <Paragraphs>253</Paragraphs>
  <Slides>28</Slides>
  <Notes>23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Office-tema</vt:lpstr>
      <vt:lpstr>Velkommen til kræsjkurs!</vt:lpstr>
      <vt:lpstr>Agenda</vt:lpstr>
      <vt:lpstr>Lenke til repo som vil brukes underveis:</vt:lpstr>
      <vt:lpstr>Litt om meg</vt:lpstr>
      <vt:lpstr>DISCLAIMER!</vt:lpstr>
      <vt:lpstr>Generelle tips</vt:lpstr>
      <vt:lpstr>Litt om Java</vt:lpstr>
      <vt:lpstr>PowerPoint-presentasjon</vt:lpstr>
      <vt:lpstr>Litt om Java</vt:lpstr>
      <vt:lpstr>Datatyper</vt:lpstr>
      <vt:lpstr>Litt om Java</vt:lpstr>
      <vt:lpstr>Variable Arguments (VarArg)</vt:lpstr>
      <vt:lpstr>Litt om Java</vt:lpstr>
      <vt:lpstr>PowerPoint-presentasjon</vt:lpstr>
      <vt:lpstr>Litt om Java</vt:lpstr>
      <vt:lpstr>Grensesnitt</vt:lpstr>
      <vt:lpstr>Funksjonelle grensesnitt</vt:lpstr>
      <vt:lpstr>Iterator/Iterable</vt:lpstr>
      <vt:lpstr>Funksjonelle grensesnitt</vt:lpstr>
      <vt:lpstr>Funksjonelle grensesnitt</vt:lpstr>
      <vt:lpstr>Streams</vt:lpstr>
      <vt:lpstr>Delegering</vt:lpstr>
      <vt:lpstr>Observatør/Observert</vt:lpstr>
      <vt:lpstr>Arv</vt:lpstr>
      <vt:lpstr>Filbehandling</vt:lpstr>
      <vt:lpstr>Testing</vt:lpstr>
      <vt:lpstr>Spørsmål?</vt:lpstr>
      <vt:lpstr>Masse lykke til på eksamen!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Velkommen til kræsjkurs!</dc:title>
  <dc:creator>Torstein Johnsrud</dc:creator>
  <cp:lastModifiedBy>Torstein Johnsrud</cp:lastModifiedBy>
  <cp:revision>1</cp:revision>
  <dcterms:created xsi:type="dcterms:W3CDTF">2023-05-15T09:44:39Z</dcterms:created>
  <dcterms:modified xsi:type="dcterms:W3CDTF">2023-05-24T11:04:06Z</dcterms:modified>
</cp:coreProperties>
</file>